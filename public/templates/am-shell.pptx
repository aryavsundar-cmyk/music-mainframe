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mov" ContentType="video/quicktime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1"/>
    <p:sldMasterId id="2147483832" r:id="rId12"/>
    <p:sldMasterId id="2147483865" r:id="rId13"/>
  </p:sldMasterIdLst>
  <p:notesMasterIdLst>
    <p:notesMasterId r:id="rId414"/>
  </p:notesMasterIdLst>
  <p:handoutMasterIdLst>
    <p:handoutMasterId r:id="rId415"/>
  </p:handoutMasterIdLst>
  <p:sldIdLst/>
  <p:sldSz cx="12192000" cy="6858000"/>
  <p:notesSz cx="6950075" cy="9236075"/>
  <p:custDataLst>
    <p:tags r:id="rId416"/>
  </p:custDataLst>
  <p:defaultTextStyle>
    <a:defPPr>
      <a:defRPr lang="en-US"/>
    </a:defPPr>
    <a:lvl1pPr marL="0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ow To Use" id="{93452DD6-B4F0-4201-8E91-BD67FA2BDA2F}">
          <p14:sldIdLst>
            <p14:sldId id="328"/>
          </p14:sldIdLst>
        </p14:section>
        <p14:section name="Example Pitch (IMO)" id="{C795BBD5-F337-4794-BDA5-15402F9E17F3}">
          <p14:sldIdLst>
            <p14:sldId id="389"/>
            <p14:sldId id="390"/>
            <p14:sldId id="391"/>
            <p14:sldId id="392"/>
            <p14:sldId id="393"/>
            <p14:sldId id="286"/>
            <p14:sldId id="259"/>
            <p14:sldId id="395"/>
            <p14:sldId id="396"/>
            <p14:sldId id="269"/>
            <p14:sldId id="2147483645"/>
            <p14:sldId id="397"/>
            <p14:sldId id="398"/>
            <p14:sldId id="343"/>
            <p14:sldId id="272"/>
            <p14:sldId id="1000000001"/>
            <p14:sldId id="400"/>
            <p14:sldId id="1000000002"/>
            <p14:sldId id="402"/>
            <p14:sldId id="403"/>
            <p14:sldId id="279"/>
            <p14:sldId id="404"/>
            <p14:sldId id="405"/>
            <p14:sldId id="1000000004"/>
            <p14:sldId id="407"/>
            <p14:sldId id="1000000005"/>
            <p14:sldId id="409"/>
            <p14:sldId id="410"/>
            <p14:sldId id="411"/>
            <p14:sldId id="412"/>
            <p14:sldId id="413"/>
            <p14:sldId id="1000000007"/>
            <p14:sldId id="300"/>
            <p14:sldId id="302"/>
            <p14:sldId id="314"/>
            <p14:sldId id="318"/>
            <p14:sldId id="416"/>
            <p14:sldId id="1000000008"/>
            <p14:sldId id="440"/>
            <p14:sldId id="441"/>
            <p14:sldId id="1000000009"/>
            <p14:sldId id="443"/>
            <p14:sldId id="444"/>
            <p14:sldId id="1000000010"/>
            <p14:sldId id="446"/>
            <p14:sldId id="431"/>
            <p14:sldId id="455"/>
            <p14:sldId id="418"/>
            <p14:sldId id="425"/>
            <p14:sldId id="417"/>
            <p14:sldId id="437"/>
          </p14:sldIdLst>
        </p14:section>
        <p14:section name="Example Pitch (SMO)" id="{DACB3FE5-6E04-4C34-83F3-C56C42449FD4}">
          <p14:sldIdLst>
            <p14:sldId id="487"/>
            <p14:sldId id="488"/>
            <p14:sldId id="489"/>
            <p14:sldId id="490"/>
            <p14:sldId id="491"/>
            <p14:sldId id="492"/>
            <p14:sldId id="2147483638"/>
            <p14:sldId id="493"/>
            <p14:sldId id="494"/>
            <p14:sldId id="495"/>
            <p14:sldId id="496"/>
            <p14:sldId id="497"/>
            <p14:sldId id="498"/>
            <p14:sldId id="499"/>
            <p14:sldId id="500"/>
            <p14:sldId id="501"/>
            <p14:sldId id="502"/>
            <p14:sldId id="503"/>
            <p14:sldId id="504"/>
            <p14:sldId id="505"/>
            <p14:sldId id="506"/>
            <p14:sldId id="507"/>
            <p14:sldId id="508"/>
            <p14:sldId id="509"/>
            <p14:sldId id="510"/>
            <p14:sldId id="511"/>
            <p14:sldId id="512"/>
            <p14:sldId id="513"/>
            <p14:sldId id="514"/>
            <p14:sldId id="515"/>
            <p14:sldId id="516"/>
            <p14:sldId id="517"/>
            <p14:sldId id="518"/>
            <p14:sldId id="519"/>
            <p14:sldId id="520"/>
            <p14:sldId id="521"/>
            <p14:sldId id="522"/>
            <p14:sldId id="523"/>
            <p14:sldId id="524"/>
            <p14:sldId id="525"/>
            <p14:sldId id="526"/>
            <p14:sldId id="527"/>
            <p14:sldId id="528"/>
            <p14:sldId id="529"/>
            <p14:sldId id="530"/>
            <p14:sldId id="531"/>
            <p14:sldId id="532"/>
            <p14:sldId id="533"/>
            <p14:sldId id="534"/>
            <p14:sldId id="535"/>
            <p14:sldId id="536"/>
            <p14:sldId id="537"/>
            <p14:sldId id="538"/>
            <p14:sldId id="539"/>
            <p14:sldId id="540"/>
          </p14:sldIdLst>
        </p14:section>
        <p14:section name="Example Pitch (Buy-Side Standalone)" id="{EE73B776-75A0-4DCB-9579-9275F9A857D4}">
          <p14:sldIdLst>
            <p14:sldId id="541"/>
            <p14:sldId id="542"/>
            <p14:sldId id="543"/>
            <p14:sldId id="544"/>
            <p14:sldId id="545"/>
            <p14:sldId id="546"/>
            <p14:sldId id="547"/>
            <p14:sldId id="548"/>
            <p14:sldId id="549"/>
            <p14:sldId id="550"/>
            <p14:sldId id="551"/>
            <p14:sldId id="552"/>
            <p14:sldId id="553"/>
            <p14:sldId id="554"/>
            <p14:sldId id="555"/>
            <p14:sldId id="556"/>
            <p14:sldId id="2147483640"/>
            <p14:sldId id="2147483641"/>
            <p14:sldId id="557"/>
            <p14:sldId id="558"/>
            <p14:sldId id="559"/>
            <p14:sldId id="560"/>
            <p14:sldId id="561"/>
            <p14:sldId id="562"/>
            <p14:sldId id="563"/>
            <p14:sldId id="564"/>
            <p14:sldId id="565"/>
            <p14:sldId id="566"/>
            <p14:sldId id="567"/>
            <p14:sldId id="568"/>
            <p14:sldId id="569"/>
            <p14:sldId id="570"/>
            <p14:sldId id="571"/>
            <p14:sldId id="572"/>
            <p14:sldId id="573"/>
            <p14:sldId id="574"/>
            <p14:sldId id="575"/>
            <p14:sldId id="576"/>
          </p14:sldIdLst>
        </p14:section>
        <p14:section name="Example Pitch (Synergy Assessment)" id="{F805B930-7B0D-49B2-BD87-CDF8FD7D6709}">
          <p14:sldIdLst>
            <p14:sldId id="345"/>
            <p14:sldId id="375"/>
            <p14:sldId id="383"/>
            <p14:sldId id="387"/>
            <p14:sldId id="388"/>
            <p14:sldId id="394"/>
            <p14:sldId id="399"/>
            <p14:sldId id="406"/>
            <p14:sldId id="415"/>
            <p14:sldId id="419"/>
            <p14:sldId id="420"/>
            <p14:sldId id="426"/>
            <p14:sldId id="428"/>
            <p14:sldId id="433"/>
            <p14:sldId id="434"/>
            <p14:sldId id="435"/>
            <p14:sldId id="2147483627"/>
            <p14:sldId id="439"/>
            <p14:sldId id="442"/>
            <p14:sldId id="445"/>
            <p14:sldId id="447"/>
            <p14:sldId id="450"/>
            <p14:sldId id="451"/>
            <p14:sldId id="452"/>
            <p14:sldId id="453"/>
            <p14:sldId id="454"/>
            <p14:sldId id="456"/>
            <p14:sldId id="457"/>
            <p14:sldId id="458"/>
            <p14:sldId id="459"/>
            <p14:sldId id="460"/>
            <p14:sldId id="461"/>
            <p14:sldId id="462"/>
            <p14:sldId id="466"/>
            <p14:sldId id="467"/>
            <p14:sldId id="468"/>
            <p14:sldId id="469"/>
          </p14:sldIdLst>
        </p14:section>
        <p14:section name="Example Pitch (PE Services Overview)" id="{A3B48F89-A34D-407C-8B1C-5163E6D0E646}">
          <p14:sldIdLst>
            <p14:sldId id="2147483646"/>
            <p14:sldId id="2147483647"/>
            <p14:sldId id="260"/>
            <p14:sldId id="264"/>
            <p14:sldId id="280"/>
            <p14:sldId id="265"/>
            <p14:sldId id="266"/>
            <p14:sldId id="288"/>
            <p14:sldId id="301"/>
            <p14:sldId id="2147483600"/>
            <p14:sldId id="304"/>
            <p14:sldId id="307"/>
            <p14:sldId id="321"/>
            <p14:sldId id="352"/>
            <p14:sldId id="354"/>
            <p14:sldId id="366"/>
            <p14:sldId id="367"/>
            <p14:sldId id="369"/>
            <p14:sldId id="370"/>
            <p14:sldId id="371"/>
            <p14:sldId id="372"/>
            <p14:sldId id="374"/>
            <p14:sldId id="376"/>
            <p14:sldId id="377"/>
            <p14:sldId id="378"/>
            <p14:sldId id="379"/>
            <p14:sldId id="380"/>
            <p14:sldId id="381"/>
          </p14:sldIdLst>
        </p14:section>
        <p14:section name="Front Cover" id="{D77FEE5E-6761-4F0E-8F14-4300C690DC14}">
          <p14:sldIdLst>
            <p14:sldId id="2147483574"/>
            <p14:sldId id="315"/>
          </p14:sldIdLst>
        </p14:section>
        <p14:section name="ToC" id="{93C8AF1C-3E66-40F2-8A57-723ABEA81AAC}">
          <p14:sldIdLst>
            <p14:sldId id="344"/>
          </p14:sldIdLst>
        </p14:section>
        <p14:section name="A&amp;M Overview" id="{D2908667-7D33-4EA5-8838-C916095E32E3}">
          <p14:sldIdLst>
            <p14:sldId id="325"/>
            <p14:sldId id="2147483604"/>
            <p14:sldId id="330"/>
            <p14:sldId id="346"/>
            <p14:sldId id="2147483518"/>
            <p14:sldId id="2147483517"/>
            <p14:sldId id="2147375161"/>
            <p14:sldId id="299"/>
            <p14:sldId id="311"/>
            <p14:sldId id="324"/>
            <p14:sldId id="329"/>
            <p14:sldId id="331"/>
            <p14:sldId id="333"/>
            <p14:sldId id="334"/>
            <p14:sldId id="1000000013"/>
            <p14:sldId id="347"/>
            <p14:sldId id="348"/>
            <p14:sldId id="1000000014"/>
            <p14:sldId id="349"/>
            <p14:sldId id="336"/>
            <p14:sldId id="337"/>
            <p14:sldId id="338"/>
            <p14:sldId id="339"/>
            <p14:sldId id="340"/>
            <p14:sldId id="341"/>
            <p14:sldId id="351"/>
            <p14:sldId id="365"/>
            <p14:sldId id="1000000016"/>
            <p14:sldId id="342"/>
            <p14:sldId id="335"/>
          </p14:sldIdLst>
        </p14:section>
        <p14:section name="Our Understanding &amp; Background" id="{CB117E64-2013-485B-B442-8E76EEE98ED6}">
          <p14:sldIdLst>
            <p14:sldId id="317"/>
            <p14:sldId id="2147483581"/>
            <p14:sldId id="1000000018"/>
            <p14:sldId id="1000000019"/>
            <p14:sldId id="2147483583"/>
          </p14:sldIdLst>
        </p14:section>
        <p14:section name="Buy-Side MI &amp; Synergies" id="{317FE7F8-CE3F-4E2F-80FF-428B7774C47D}">
          <p14:sldIdLst>
            <p14:sldId id="312"/>
            <p14:sldId id="332"/>
            <p14:sldId id="323"/>
            <p14:sldId id="353"/>
            <p14:sldId id="2147483596"/>
            <p14:sldId id="261"/>
            <p14:sldId id="262"/>
            <p14:sldId id="1000000021"/>
            <p14:sldId id="1000000022"/>
            <p14:sldId id="308"/>
            <p14:sldId id="368"/>
            <p14:sldId id="256"/>
            <p14:sldId id="2147483593"/>
            <p14:sldId id="2147483639"/>
            <p14:sldId id="2147483642"/>
            <p14:sldId id="268"/>
            <p14:sldId id="257"/>
            <p14:sldId id="263"/>
            <p14:sldId id="1000000024"/>
            <p14:sldId id="357"/>
            <p14:sldId id="362"/>
            <p14:sldId id="2147483644"/>
            <p14:sldId id="1000000025"/>
            <p14:sldId id="2147483602"/>
            <p14:sldId id="2147483594"/>
            <p14:sldId id="1000000026"/>
            <p14:sldId id="1000000027"/>
          </p14:sldIdLst>
        </p14:section>
        <p14:section name="Sell-Side Carveout" id="{36A83597-DAF2-4BD6-9257-866277CA1A3E}">
          <p14:sldIdLst>
            <p14:sldId id="306"/>
            <p14:sldId id="2147483585"/>
            <p14:sldId id="258"/>
            <p14:sldId id="361"/>
            <p14:sldId id="1000000028"/>
            <p14:sldId id="2147483577"/>
            <p14:sldId id="1000000029"/>
            <p14:sldId id="1000000030"/>
            <p14:sldId id="1000000031"/>
            <p14:sldId id="2147483608"/>
            <p14:sldId id="303"/>
            <p14:sldId id="320"/>
            <p14:sldId id="2147483609"/>
            <p14:sldId id="2147483611"/>
            <p14:sldId id="2147483612"/>
            <p14:sldId id="2147483613"/>
            <p14:sldId id="2147483614"/>
          </p14:sldIdLst>
        </p14:section>
        <p14:section name="TSA" id="{8EFB4D29-7486-419F-B3AF-4FF8C66D6F18}">
          <p14:sldIdLst>
            <p14:sldId id="309"/>
            <p14:sldId id="2147483620"/>
            <p14:sldId id="2147483619"/>
            <p14:sldId id="2147483616"/>
            <p14:sldId id="2147483618"/>
            <p14:sldId id="1000000032"/>
            <p14:sldId id="305"/>
          </p14:sldIdLst>
        </p14:section>
        <p14:section name="Buy-Side Carveout" id="{5E88EEC1-003B-47A9-9F1B-3665A6D364C6}">
          <p14:sldIdLst>
            <p14:sldId id="310"/>
            <p14:sldId id="2147483628"/>
            <p14:sldId id="356"/>
            <p14:sldId id="2147483643"/>
            <p14:sldId id="1000000033"/>
            <p14:sldId id="2147483625"/>
            <p14:sldId id="2147483626"/>
            <p14:sldId id="2147483630"/>
            <p14:sldId id="2147483631"/>
            <p14:sldId id="423"/>
            <p14:sldId id="424"/>
            <p14:sldId id="2147483634"/>
            <p14:sldId id="1000000034"/>
            <p14:sldId id="1000000035"/>
            <p14:sldId id="2147483637"/>
            <p14:sldId id="355"/>
            <p14:sldId id="358"/>
            <p14:sldId id="359"/>
            <p14:sldId id="1000000036"/>
            <p14:sldId id="360"/>
            <p14:sldId id="267"/>
            <p14:sldId id="427"/>
            <p14:sldId id="363"/>
            <p14:sldId id="364"/>
          </p14:sldIdLst>
        </p14:section>
        <p14:section name="Performance Improvement" id="{923B459B-5F5E-49FD-9D26-EC36EEAD83E0}">
          <p14:sldIdLst>
            <p14:sldId id="313"/>
            <p14:sldId id="350"/>
            <p14:sldId id="275"/>
            <p14:sldId id="270"/>
            <p14:sldId id="271"/>
            <p14:sldId id="274"/>
            <p14:sldId id="276"/>
            <p14:sldId id="277"/>
            <p14:sldId id="278"/>
            <p14:sldId id="1000000037"/>
            <p14:sldId id="281"/>
            <p14:sldId id="282"/>
            <p14:sldId id="283"/>
            <p14:sldId id="284"/>
            <p14:sldId id="285"/>
            <p14:sldId id="1000000038"/>
            <p14:sldId id="287"/>
            <p14:sldId id="291"/>
            <p14:sldId id="289"/>
            <p14:sldId id="290"/>
            <p14:sldId id="1000000039"/>
          </p14:sldIdLst>
        </p14:section>
        <p14:section name="Clean Room" id="{89F865B0-7D41-49E3-B046-0A798BBCA0A2}">
          <p14:sldIdLst>
            <p14:sldId id="319"/>
            <p14:sldId id="326"/>
            <p14:sldId id="2147483587"/>
            <p14:sldId id="327"/>
          </p14:sldIdLst>
        </p14:section>
        <p14:section name="Estimated Fees" id="{C34082E7-18B1-4721-86B0-A0EA62376AB7}">
          <p14:sldIdLst>
            <p14:sldId id="463"/>
            <p14:sldId id="422"/>
            <p14:sldId id="465"/>
            <p14:sldId id="464"/>
            <p14:sldId id="414"/>
            <p14:sldId id="421"/>
          </p14:sldIdLst>
        </p14:section>
        <p14:section name="Bios" id="{E9D0806B-BC82-4B2A-AC4A-5E63965F36AE}">
          <p14:sldIdLst>
            <p14:sldId id="298"/>
            <p14:sldId id="292"/>
            <p14:sldId id="293"/>
          </p14:sldIdLst>
        </p14:section>
        <p14:section name="Cases/Quals" id="{F986E769-284F-442A-9ADA-A8ACA7F1BD79}">
          <p14:sldIdLst>
            <p14:sldId id="294"/>
            <p14:sldId id="295"/>
            <p14:sldId id="296"/>
            <p14:sldId id="297"/>
            <p14:sldId id="273"/>
          </p14:sldIdLst>
        </p14:section>
        <p14:section name="Scope of Procedures" id="{AAA0487D-306F-4B06-8C9C-C067DFC864EA}">
          <p14:sldIdLst>
            <p14:sldId id="373"/>
            <p14:sldId id="382"/>
            <p14:sldId id="384"/>
            <p14:sldId id="385"/>
            <p14:sldId id="386"/>
            <p14:sldId id="438"/>
            <p14:sldId id="470"/>
            <p14:sldId id="471"/>
            <p14:sldId id="472"/>
            <p14:sldId id="473"/>
            <p14:sldId id="474"/>
            <p14:sldId id="475"/>
            <p14:sldId id="476"/>
            <p14:sldId id="477"/>
            <p14:sldId id="478"/>
            <p14:sldId id="479"/>
            <p14:sldId id="480"/>
            <p14:sldId id="481"/>
            <p14:sldId id="482"/>
            <p14:sldId id="429"/>
            <p14:sldId id="430"/>
            <p14:sldId id="432"/>
            <p14:sldId id="483"/>
            <p14:sldId id="484"/>
            <p14:sldId id="485"/>
            <p14:sldId id="436"/>
            <p14:sldId id="1000000045"/>
            <p14:sldId id="448"/>
            <p14:sldId id="449"/>
            <p14:sldId id="1000000046"/>
            <p14:sldId id="322"/>
            <p14:sldId id="401"/>
            <p14:sldId id="408"/>
            <p14:sldId id="486"/>
            <p14:sldId id="577"/>
            <p14:sldId id="578"/>
          </p14:sldIdLst>
        </p14:section>
        <p14:section name="Back Cover" id="{E809AE61-B7ED-4670-8DAF-6722D84C7D34}">
          <p14:sldIdLst>
            <p14:sldId id="2147483579"/>
            <p14:sldId id="316"/>
          </p14:sldIdLst>
        </p14:section>
      </p14:sectionLst>
    </p:ext>
    <p:ext uri="{EFAFB233-063F-42B5-8137-9DF3F51BA10A}">
      <p15:sldGuideLst xmlns:p15="http://schemas.microsoft.com/office/powerpoint/2012/main">
        <p15:guide id="2" pos="1440" userDrawn="1">
          <p15:clr>
            <a:srgbClr val="A4A3A4"/>
          </p15:clr>
        </p15:guide>
        <p15:guide id="5" pos="505" userDrawn="1">
          <p15:clr>
            <a:srgbClr val="A4A3A4"/>
          </p15:clr>
        </p15:guide>
        <p15:guide id="6" pos="4800" userDrawn="1">
          <p15:clr>
            <a:srgbClr val="A4A3A4"/>
          </p15:clr>
        </p15:guide>
        <p15:guide id="7" orient="horz" pos="4128" userDrawn="1">
          <p15:clr>
            <a:srgbClr val="A4A3A4"/>
          </p15:clr>
        </p15:guide>
        <p15:guide id="8" orient="horz" pos="2592" userDrawn="1">
          <p15:clr>
            <a:srgbClr val="A4A3A4"/>
          </p15:clr>
        </p15:guide>
        <p15:guide id="9" orient="horz" pos="172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8C39809-C2D3-5AD2-C9E0-5BF521D06810}" name="Inwood, Gabe" initials="GI" userId="S::GInwood@alvarezandmarsal.com::0329664d-c3f5-4fd7-8d59-86cfe8c2b7ea" providerId="AD"/>
  <p188:author id="{2E556718-77A4-3153-7792-C628511BE94B}" name="O'Donnell, Tommy" initials="TO" userId="S::TOdonnell@alvarezandmarsal.com::3d0ee7c2-8997-43b6-bf42-6644698902fc" providerId="AD"/>
  <p188:author id="{2AD35A51-802D-9304-FD7F-1F5601D4DB6C}" name="Josephine Igwe" initials="JI" userId="S::josephine.igwe@upslide.net::77ef0a55-5a11-41c6-8f94-8cde685d40b8" providerId="AD"/>
  <p188:author id="{DCF5B353-0D18-F8A6-92DC-E5B826D2A0FB}" name="Kim, Bo" initials="BK" userId="S::BO.kim@alvarezandmarsal.com::91410b71-7b62-4c0b-9942-04f937ab9753" providerId="AD"/>
  <p188:author id="{2D392055-703B-64C9-5BD7-2E62E41BB52A}" name="Dreyer, Kim" initials="DK" userId="S::KDreyer@alvarezandmarsal.com::63614b1e-5ad5-476f-882b-7e0808204a67" providerId="AD"/>
  <p188:author id="{67C72C64-91BC-6169-3C85-3150BCD0D8A3}" name="Benson, Adam" initials="AB" userId="S::ABenson@alvarezandmarsal.com::76e2c85b-ad98-4321-af37-a67bda6c2ab4" providerId="AD"/>
  <p188:author id="{E81D3375-A2D8-99DF-77BA-5967F5465DDF}" name="Bhalla, Vasudha" initials="VB" userId="S::vbhalla@alvarezandmarsal.com::e25b50f8-8779-49ea-a4c5-bbce491b33f3" providerId="AD"/>
  <p188:author id="{36203B78-4ED7-1209-9024-1BB466A051D8}" name="Leung, Herbert" initials="HL" userId="S::HLeung@alvarezandmarsal.com::937e2507-76f7-4bd8-bebd-a302d45809ac" providerId="AD"/>
  <p188:author id="{28B93595-C702-4157-277E-36AE98E22AAB}" name="Voss, Kathleen" initials="KV" userId="S::KVoss@alvarezandmarsal.com::f6f44a49-92db-4d2f-910d-5f603c7702e7" providerId="AD"/>
  <p188:author id="{0FD31AAA-4D89-81F9-809C-0066EAFA2175}" name="Sammons, William" initials="WS" userId="S::wsammons@alvarezandmarsal.com::2620f1c0-d84d-401b-9a61-4374d44c07dd" providerId="AD"/>
  <p188:author id="{1E96F3B6-F74F-B5B8-162E-71BDF91D6D21}" name="Wales, Dod" initials="" userId="S::DWales@alvarezandmarsal.com::1bb8610d-22ec-498e-884c-7cf0e325acb3" providerId="AD"/>
  <p188:author id="{14341FDA-6FA2-BB70-D14F-D779CB93161A}" name="Bernstein, Simon" initials="SB" userId="S::SBernstein@alvarezandmarsal.com::06554970-d3e2-4113-9269-8ace7d07f845" providerId="AD"/>
  <p188:author id="{ECA5EBDA-29DC-E7F1-AE04-22C7ED8E3C35}" name="Wilson, Joe" initials="WJ" userId="S::j.wilson@alvarezandmarsal.com::96774f23-7b1d-4a7d-a767-7e91611df3f0" providerId="AD"/>
  <p188:author id="{AB00E1F6-E4EF-8B4E-4708-84510D07894D}" name="Kwon, Susan" initials="SK" userId="S::SUsan.kwon@alvarezandmarsal.com::38c593f0-81d3-468b-a32c-409c8b34619d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eetz, Michael" initials="BM" lastIdx="1" clrIdx="0">
    <p:extLst>
      <p:ext uri="{19B8F6BF-5375-455C-9EA6-DF929625EA0E}">
        <p15:presenceInfo xmlns:p15="http://schemas.microsoft.com/office/powerpoint/2012/main" userId="S-1-5-21-3809216620-2439356427-111278192-19650" providerId="AD"/>
      </p:ext>
    </p:extLst>
  </p:cmAuthor>
  <p:cmAuthor id="2" name="Julianne Pressman" initials="JP" lastIdx="6" clrIdx="1">
    <p:extLst>
      <p:ext uri="{19B8F6BF-5375-455C-9EA6-DF929625EA0E}">
        <p15:presenceInfo xmlns:p15="http://schemas.microsoft.com/office/powerpoint/2012/main" userId="Julianne Pressm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688C"/>
    <a:srgbClr val="51195D"/>
    <a:srgbClr val="00677F"/>
    <a:srgbClr val="0070C0"/>
    <a:srgbClr val="DFE8F0"/>
    <a:srgbClr val="BFD0E1"/>
    <a:srgbClr val="355069"/>
    <a:srgbClr val="1C677D"/>
    <a:srgbClr val="50195D"/>
    <a:srgbClr val="5088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610174-EC2E-4813-911C-1283F580AD60}" v="1" dt="2026-08-28T14:51:38.999"/>
  </p1510:revLst>
</p1510:revInfo>
</file>

<file path=ppt/tableStyles.xml><?xml version="1.0" encoding="utf-8"?>
<a:tblStyleLst xmlns:a="http://schemas.openxmlformats.org/drawingml/2006/main" def="{8799B23B-EC83-4686-B30A-512413B5E67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41" autoAdjust="0"/>
    <p:restoredTop sz="94660"/>
  </p:normalViewPr>
  <p:slideViewPr>
    <p:cSldViewPr snapToGrid="0">
      <p:cViewPr varScale="1">
        <p:scale>
          <a:sx n="55" d="100"/>
          <a:sy n="55" d="100"/>
        </p:scale>
        <p:origin x="852" y="64"/>
      </p:cViewPr>
      <p:guideLst>
        <p:guide pos="1440"/>
        <p:guide pos="505"/>
        <p:guide pos="4800"/>
        <p:guide orient="horz" pos="4128"/>
        <p:guide orient="horz" pos="2592"/>
        <p:guide orient="horz" pos="17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5" Type="http://schemas.openxmlformats.org/officeDocument/2006/relationships/customXml" Target="../customXml/item5.xml"/><Relationship Id="rId12" Type="http://schemas.openxmlformats.org/officeDocument/2006/relationships/slideMaster" Target="slideMasters/slideMaster2.xml"/><Relationship Id="rId424" Type="http://schemas.microsoft.com/office/2018/10/relationships/authors" Target="authors.xml"/><Relationship Id="rId7" Type="http://schemas.openxmlformats.org/officeDocument/2006/relationships/customXml" Target="../customXml/item7.xml"/><Relationship Id="rId415" Type="http://schemas.openxmlformats.org/officeDocument/2006/relationships/handoutMaster" Target="handoutMasters/handoutMaster1.xml"/><Relationship Id="rId9" Type="http://schemas.openxmlformats.org/officeDocument/2006/relationships/customXml" Target="../customXml/item9.xml"/><Relationship Id="rId417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419" Type="http://schemas.openxmlformats.org/officeDocument/2006/relationships/viewProps" Target="viewProps.xml"/><Relationship Id="rId420" Type="http://schemas.openxmlformats.org/officeDocument/2006/relationships/theme" Target="theme/theme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21" Type="http://schemas.openxmlformats.org/officeDocument/2006/relationships/tableStyles" Target="tableStyles.xml"/><Relationship Id="rId10" Type="http://schemas.openxmlformats.org/officeDocument/2006/relationships/customXml" Target="../customXml/item10.xml"/><Relationship Id="rId4" Type="http://schemas.openxmlformats.org/officeDocument/2006/relationships/customXml" Target="../customXml/item4.xml"/><Relationship Id="rId422" Type="http://schemas.microsoft.com/office/2016/11/relationships/changesInfo" Target="changesInfos/changesInfo1.xml"/><Relationship Id="rId11" Type="http://schemas.openxmlformats.org/officeDocument/2006/relationships/slideMaster" Target="slideMasters/slideMaster1.xml"/><Relationship Id="rId423" Type="http://schemas.microsoft.com/office/2015/10/relationships/revisionInfo" Target="revisionInfo.xml"/><Relationship Id="rId6" Type="http://schemas.openxmlformats.org/officeDocument/2006/relationships/customXml" Target="../customXml/item6.xml"/><Relationship Id="rId414" Type="http://schemas.openxmlformats.org/officeDocument/2006/relationships/notesMaster" Target="notesMasters/notesMaster1.xml"/><Relationship Id="rId13" Type="http://schemas.openxmlformats.org/officeDocument/2006/relationships/slideMaster" Target="slideMasters/slideMaster3.xml"/><Relationship Id="rId8" Type="http://schemas.openxmlformats.org/officeDocument/2006/relationships/customXml" Target="../customXml/item8.xml"/><Relationship Id="rId416" Type="http://schemas.openxmlformats.org/officeDocument/2006/relationships/tags" Target="tags/tag1.xml"/><Relationship Id="rId41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AF43BBF5-7E80-4500-BF17-A13B9481C2D4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931F8CA8-8787-4A44-96B6-6E829E7FD7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06174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93E7021D-3894-4F8B-877F-F893FFAFCFF8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6875" y="692150"/>
            <a:ext cx="61563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41EE7955-768E-41E6-BC9A-BD7764168A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9102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emf"/><Relationship Id="rId4" Type="http://schemas.openxmlformats.org/officeDocument/2006/relationships/image" Target="../media/image6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7" Type="http://schemas.openxmlformats.org/officeDocument/2006/relationships/image" Target="../media/image15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svg"/><Relationship Id="rId5" Type="http://schemas.microsoft.com/office/2007/relationships/hdphoto" Target="../media/hdphoto1.wdp"/><Relationship Id="rId4" Type="http://schemas.openxmlformats.org/officeDocument/2006/relationships/image" Target="../media/image1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7.emf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image" Target="../media/image15.svg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12" Type="http://schemas.openxmlformats.org/officeDocument/2006/relationships/image" Target="../media/image14.sv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12.xml"/><Relationship Id="rId10" Type="http://schemas.openxmlformats.org/officeDocument/2006/relationships/tags" Target="../tags/tag17.xml"/><Relationship Id="rId4" Type="http://schemas.openxmlformats.org/officeDocument/2006/relationships/tags" Target="../tags/tag11.xml"/><Relationship Id="rId9" Type="http://schemas.openxmlformats.org/officeDocument/2006/relationships/tags" Target="../tags/tag16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image" Target="../media/image14.sv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22.xml"/><Relationship Id="rId10" Type="http://schemas.openxmlformats.org/officeDocument/2006/relationships/tags" Target="../tags/tag27.xml"/><Relationship Id="rId4" Type="http://schemas.openxmlformats.org/officeDocument/2006/relationships/tags" Target="../tags/tag21.xml"/><Relationship Id="rId9" Type="http://schemas.openxmlformats.org/officeDocument/2006/relationships/tags" Target="../tags/tag26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12" Type="http://schemas.openxmlformats.org/officeDocument/2006/relationships/image" Target="../media/image14.sv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32.xml"/><Relationship Id="rId10" Type="http://schemas.openxmlformats.org/officeDocument/2006/relationships/tags" Target="../tags/tag37.xml"/><Relationship Id="rId4" Type="http://schemas.openxmlformats.org/officeDocument/2006/relationships/tags" Target="../tags/tag31.xml"/><Relationship Id="rId9" Type="http://schemas.openxmlformats.org/officeDocument/2006/relationships/tags" Target="../tags/tag36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9.xml"/><Relationship Id="rId1" Type="http://schemas.openxmlformats.org/officeDocument/2006/relationships/tags" Target="../tags/tag38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40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2.svg"/><Relationship Id="rId4" Type="http://schemas.openxmlformats.org/officeDocument/2006/relationships/image" Target="../media/image7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2.svg"/><Relationship Id="rId4" Type="http://schemas.openxmlformats.org/officeDocument/2006/relationships/image" Target="../media/image7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2.svg"/><Relationship Id="rId4" Type="http://schemas.openxmlformats.org/officeDocument/2006/relationships/image" Target="../media/image7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emf"/><Relationship Id="rId4" Type="http://schemas.openxmlformats.org/officeDocument/2006/relationships/image" Target="../media/image15.sv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2.xml"/><Relationship Id="rId4" Type="http://schemas.openxmlformats.org/officeDocument/2006/relationships/image" Target="../media/image11.emf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3.xml"/><Relationship Id="rId4" Type="http://schemas.openxmlformats.org/officeDocument/2006/relationships/image" Target="../media/image1.emf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7" Type="http://schemas.openxmlformats.org/officeDocument/2006/relationships/image" Target="../media/image15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4.svg"/><Relationship Id="rId5" Type="http://schemas.microsoft.com/office/2007/relationships/hdphoto" Target="../media/hdphoto1.wdp"/><Relationship Id="rId4" Type="http://schemas.openxmlformats.org/officeDocument/2006/relationships/image" Target="../media/image13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5.svg"/><Relationship Id="rId4" Type="http://schemas.openxmlformats.org/officeDocument/2006/relationships/image" Target="../media/image7.emf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4.xml"/><Relationship Id="rId4" Type="http://schemas.openxmlformats.org/officeDocument/2006/relationships/image" Target="../media/image1.emf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tatic -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blue and green wavy surface&#10;&#10;Description automatically generated">
            <a:extLst>
              <a:ext uri="{FF2B5EF4-FFF2-40B4-BE49-F238E27FC236}">
                <a16:creationId xmlns:a16="http://schemas.microsoft.com/office/drawing/2014/main" id="{B1286C16-795A-EA1E-5B3B-9A64FE9785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322" y="181"/>
            <a:ext cx="3695506" cy="6857641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F0FE7933-D263-4425-CC1F-626B4EDB4549}"/>
              </a:ext>
            </a:extLst>
          </p:cNvPr>
          <p:cNvSpPr/>
          <p:nvPr userDrawn="1"/>
        </p:nvSpPr>
        <p:spPr>
          <a:xfrm>
            <a:off x="306649" y="8758"/>
            <a:ext cx="3389178" cy="684906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57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3999" tIns="53999" rIns="53999" bIns="5399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588" algn="ctr">
              <a:spcAft>
                <a:spcPts val="400"/>
              </a:spcAft>
            </a:pPr>
            <a:endParaRPr lang="en-US" sz="1001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6BC6BD-0DAC-BA65-8D38-D859AB1AEF28}"/>
              </a:ext>
            </a:extLst>
          </p:cNvPr>
          <p:cNvSpPr txBox="1"/>
          <p:nvPr userDrawn="1"/>
        </p:nvSpPr>
        <p:spPr>
          <a:xfrm>
            <a:off x="6156963" y="-182690"/>
            <a:ext cx="184731" cy="4153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99" err="1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7A69311B-A951-2CF9-B642-818776C56B3B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1405115" y="3475609"/>
            <a:ext cx="3192992" cy="1351419"/>
          </a:xfrm>
          <a:prstGeom prst="rect">
            <a:avLst/>
          </a:prstGeom>
        </p:spPr>
        <p:txBody>
          <a:bodyPr tIns="0" bIns="0"/>
          <a:lstStyle>
            <a:lvl1pPr algn="l">
              <a:defRPr lang="en-GB" sz="3200" b="1" kern="1200" spc="100" baseline="0" dirty="0">
                <a:solidFill>
                  <a:schemeClr val="bg1"/>
                </a:solidFill>
                <a:latin typeface="+mj-lt"/>
                <a:ea typeface="Arial Bold" charset="0"/>
                <a:cs typeface="Arial Bold" charset="0"/>
              </a:defRPr>
            </a:lvl1pPr>
          </a:lstStyle>
          <a:p>
            <a:r>
              <a:rPr lang="en-US" noProof="0"/>
              <a:t>DOCUMENT TITLE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28869B16-0DBD-39B5-3541-4FBB229CBEE1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405115" y="3158041"/>
            <a:ext cx="3192992" cy="230832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marL="0" indent="0">
              <a:spcAft>
                <a:spcPts val="265"/>
              </a:spcAft>
              <a:buFont typeface="Arial" panose="020B0604020202020204" pitchFamily="34" charset="0"/>
              <a:buNone/>
              <a:defRPr lang="en-US" sz="900" b="0" cap="all" spc="300" baseline="0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ea typeface="Arial" charset="0"/>
                <a:cs typeface="Arial" charset="0"/>
              </a:defRPr>
            </a:lvl1pPr>
            <a:lvl2pPr marL="0" indent="0">
              <a:buFont typeface="Arial" panose="020B0604020202020204" pitchFamily="34" charset="0"/>
              <a:buNone/>
              <a:defRPr lang="en-US" sz="1235" b="0" dirty="0" smtClean="0">
                <a:solidFill>
                  <a:schemeClr val="lt1"/>
                </a:solidFill>
              </a:defRPr>
            </a:lvl2pPr>
            <a:lvl3pPr marL="617818" indent="0">
              <a:buFont typeface="Arial" panose="020B0604020202020204" pitchFamily="34" charset="0"/>
              <a:buNone/>
              <a:defRPr lang="en-US" sz="1855" dirty="0" smtClean="0">
                <a:solidFill>
                  <a:schemeClr val="lt1"/>
                </a:solidFill>
              </a:defRPr>
            </a:lvl3pPr>
            <a:lvl4pPr marL="1219496" indent="0">
              <a:buNone/>
              <a:defRPr lang="en-US" sz="1855" dirty="0" smtClean="0">
                <a:solidFill>
                  <a:schemeClr val="lt1"/>
                </a:solidFill>
              </a:defRPr>
            </a:lvl4pPr>
            <a:lvl5pPr marL="1685295" indent="0">
              <a:buNone/>
              <a:defRPr lang="en-GB" sz="1855" dirty="0">
                <a:solidFill>
                  <a:schemeClr val="lt1"/>
                </a:solidFill>
              </a:defRPr>
            </a:lvl5pPr>
          </a:lstStyle>
          <a:p>
            <a:pPr lvl="0">
              <a:lnSpc>
                <a:spcPct val="90000"/>
              </a:lnSpc>
            </a:pPr>
            <a:r>
              <a:rPr lang="en-US"/>
              <a:t>MONTH YEAR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99FAC7A-66F5-DC65-BEA1-114ABB1066F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lum bright="10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3382" y="622514"/>
            <a:ext cx="722182" cy="637404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A6F54F9-C76A-A9C7-5945-0F8674BDA91C}"/>
              </a:ext>
            </a:extLst>
          </p:cNvPr>
          <p:cNvGrpSpPr/>
          <p:nvPr userDrawn="1"/>
        </p:nvGrpSpPr>
        <p:grpSpPr>
          <a:xfrm>
            <a:off x="603376" y="2039214"/>
            <a:ext cx="99489" cy="4818606"/>
            <a:chOff x="603376" y="2039214"/>
            <a:chExt cx="99489" cy="481860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64F2AEA-4121-E84B-5775-23987ADD08F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4766" y="4586454"/>
              <a:ext cx="0" cy="227136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E02B7DF-FEBC-FDF8-86A3-0A47961A116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lum bright="10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6200000">
              <a:off x="-504808" y="3147398"/>
              <a:ext cx="2315858" cy="99489"/>
            </a:xfrm>
            <a:prstGeom prst="rect">
              <a:avLst/>
            </a:prstGeom>
          </p:spPr>
        </p:pic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D15AFD24-3CB8-479F-AFA1-8AE5B3B61DA5}"/>
              </a:ext>
            </a:extLst>
          </p:cNvPr>
          <p:cNvPicPr>
            <a:picLocks noChangeAspect="1"/>
          </p:cNvPicPr>
          <p:nvPr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05362" y="6171168"/>
            <a:ext cx="1327900" cy="106659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FDF3121-06A5-7336-BDC8-E5AD686BD6DF}"/>
              </a:ext>
            </a:extLst>
          </p:cNvPr>
          <p:cNvCxnSpPr>
            <a:cxnSpLocks/>
          </p:cNvCxnSpPr>
          <p:nvPr/>
        </p:nvCxnSpPr>
        <p:spPr>
          <a:xfrm flipH="1">
            <a:off x="1410047" y="6005382"/>
            <a:ext cx="358121" cy="0"/>
          </a:xfrm>
          <a:prstGeom prst="line">
            <a:avLst/>
          </a:prstGeom>
          <a:ln w="25400">
            <a:solidFill>
              <a:srgbClr val="5E8A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Picture Placeholder 1">
            <a:extLst>
              <a:ext uri="{FF2B5EF4-FFF2-40B4-BE49-F238E27FC236}">
                <a16:creationId xmlns:a16="http://schemas.microsoft.com/office/drawing/2014/main" id="{3D9E9B97-EB81-B622-ECAD-1B9659862A23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4256690" y="0"/>
            <a:ext cx="7970959" cy="6858000"/>
          </a:xfrm>
          <a:custGeom>
            <a:avLst/>
            <a:gdLst>
              <a:gd name="connsiteX0" fmla="*/ 6911016 w 7970959"/>
              <a:gd name="connsiteY0" fmla="*/ 828675 h 6858000"/>
              <a:gd name="connsiteX1" fmla="*/ 7967569 w 7970959"/>
              <a:gd name="connsiteY1" fmla="*/ 2694352 h 6858000"/>
              <a:gd name="connsiteX2" fmla="*/ 7967569 w 7970959"/>
              <a:gd name="connsiteY2" fmla="*/ 6858000 h 6858000"/>
              <a:gd name="connsiteX3" fmla="*/ 6911016 w 7970959"/>
              <a:gd name="connsiteY3" fmla="*/ 6858000 h 6858000"/>
              <a:gd name="connsiteX4" fmla="*/ 5107212 w 7970959"/>
              <a:gd name="connsiteY4" fmla="*/ 823912 h 6858000"/>
              <a:gd name="connsiteX5" fmla="*/ 5107212 w 7970959"/>
              <a:gd name="connsiteY5" fmla="*/ 6858000 h 6858000"/>
              <a:gd name="connsiteX6" fmla="*/ 4044893 w 7970959"/>
              <a:gd name="connsiteY6" fmla="*/ 6858000 h 6858000"/>
              <a:gd name="connsiteX7" fmla="*/ 4044893 w 7970959"/>
              <a:gd name="connsiteY7" fmla="*/ 2695575 h 6858000"/>
              <a:gd name="connsiteX8" fmla="*/ 7967569 w 7970959"/>
              <a:gd name="connsiteY8" fmla="*/ 0 h 6858000"/>
              <a:gd name="connsiteX9" fmla="*/ 7970959 w 7970959"/>
              <a:gd name="connsiteY9" fmla="*/ 0 h 6858000"/>
              <a:gd name="connsiteX10" fmla="*/ 7970959 w 7970959"/>
              <a:gd name="connsiteY10" fmla="*/ 2700338 h 6858000"/>
              <a:gd name="connsiteX11" fmla="*/ 7967569 w 7970959"/>
              <a:gd name="connsiteY11" fmla="*/ 2694352 h 6858000"/>
              <a:gd name="connsiteX12" fmla="*/ 5511226 w 7970959"/>
              <a:gd name="connsiteY12" fmla="*/ 0 h 6858000"/>
              <a:gd name="connsiteX13" fmla="*/ 6564039 w 7970959"/>
              <a:gd name="connsiteY13" fmla="*/ 0 h 6858000"/>
              <a:gd name="connsiteX14" fmla="*/ 6564039 w 7970959"/>
              <a:gd name="connsiteY14" fmla="*/ 6858000 h 6858000"/>
              <a:gd name="connsiteX15" fmla="*/ 5511226 w 7970959"/>
              <a:gd name="connsiteY15" fmla="*/ 6858000 h 6858000"/>
              <a:gd name="connsiteX16" fmla="*/ 4056776 w 7970959"/>
              <a:gd name="connsiteY16" fmla="*/ 0 h 6858000"/>
              <a:gd name="connsiteX17" fmla="*/ 5216534 w 7970959"/>
              <a:gd name="connsiteY17" fmla="*/ 0 h 6858000"/>
              <a:gd name="connsiteX18" fmla="*/ 1323739 w 7970959"/>
              <a:gd name="connsiteY18" fmla="*/ 6858000 h 6858000"/>
              <a:gd name="connsiteX19" fmla="*/ 0 w 7970959"/>
              <a:gd name="connsiteY1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970959" h="6858000">
                <a:moveTo>
                  <a:pt x="6911016" y="828675"/>
                </a:moveTo>
                <a:lnTo>
                  <a:pt x="7967569" y="2694352"/>
                </a:lnTo>
                <a:lnTo>
                  <a:pt x="7967569" y="6858000"/>
                </a:lnTo>
                <a:lnTo>
                  <a:pt x="6911016" y="6858000"/>
                </a:lnTo>
                <a:close/>
                <a:moveTo>
                  <a:pt x="5107212" y="823912"/>
                </a:moveTo>
                <a:lnTo>
                  <a:pt x="5107212" y="6858000"/>
                </a:lnTo>
                <a:lnTo>
                  <a:pt x="4044893" y="6858000"/>
                </a:lnTo>
                <a:lnTo>
                  <a:pt x="4044893" y="2695575"/>
                </a:lnTo>
                <a:close/>
                <a:moveTo>
                  <a:pt x="7967569" y="0"/>
                </a:moveTo>
                <a:lnTo>
                  <a:pt x="7970959" y="0"/>
                </a:lnTo>
                <a:lnTo>
                  <a:pt x="7970959" y="2700338"/>
                </a:lnTo>
                <a:lnTo>
                  <a:pt x="7967569" y="2694352"/>
                </a:lnTo>
                <a:close/>
                <a:moveTo>
                  <a:pt x="5511226" y="0"/>
                </a:moveTo>
                <a:lnTo>
                  <a:pt x="6564039" y="0"/>
                </a:lnTo>
                <a:lnTo>
                  <a:pt x="6564039" y="6858000"/>
                </a:lnTo>
                <a:lnTo>
                  <a:pt x="5511226" y="6858000"/>
                </a:lnTo>
                <a:close/>
                <a:moveTo>
                  <a:pt x="4056776" y="0"/>
                </a:moveTo>
                <a:lnTo>
                  <a:pt x="5216534" y="0"/>
                </a:lnTo>
                <a:lnTo>
                  <a:pt x="132373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90000"/>
              <a:lumOff val="1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or drag here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733657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tatic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76BC6BD-0DAC-BA65-8D38-D859AB1AEF28}"/>
              </a:ext>
            </a:extLst>
          </p:cNvPr>
          <p:cNvSpPr txBox="1"/>
          <p:nvPr userDrawn="1"/>
        </p:nvSpPr>
        <p:spPr>
          <a:xfrm>
            <a:off x="6156963" y="-182690"/>
            <a:ext cx="184731" cy="4153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99" err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10F32D-DC39-27D0-61A1-E09F33AA4B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0" y="182"/>
            <a:ext cx="3715463" cy="685764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51B1B8B-1B5B-6F81-6728-ED7F0F47F6C5}"/>
              </a:ext>
            </a:extLst>
          </p:cNvPr>
          <p:cNvSpPr/>
          <p:nvPr userDrawn="1"/>
        </p:nvSpPr>
        <p:spPr>
          <a:xfrm>
            <a:off x="2" y="8758"/>
            <a:ext cx="3760880" cy="6849067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57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3999" tIns="53999" rIns="53999" bIns="5399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588" algn="ctr">
              <a:spcAft>
                <a:spcPts val="400"/>
              </a:spcAft>
            </a:pPr>
            <a:endParaRPr lang="en-US" sz="1001">
              <a:solidFill>
                <a:schemeClr val="bg1"/>
              </a:solidFill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7A69311B-A951-2CF9-B642-818776C56B3B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1405115" y="3475609"/>
            <a:ext cx="3192992" cy="1351419"/>
          </a:xfrm>
          <a:prstGeom prst="rect">
            <a:avLst/>
          </a:prstGeom>
        </p:spPr>
        <p:txBody>
          <a:bodyPr tIns="0" bIns="0"/>
          <a:lstStyle>
            <a:lvl1pPr algn="l">
              <a:defRPr lang="en-GB" sz="3200" b="1" kern="1200" spc="100" baseline="0" dirty="0">
                <a:solidFill>
                  <a:schemeClr val="accent1"/>
                </a:solidFill>
                <a:latin typeface="+mj-lt"/>
                <a:ea typeface="Arial Bold" charset="0"/>
                <a:cs typeface="Arial Bold" charset="0"/>
              </a:defRPr>
            </a:lvl1pPr>
          </a:lstStyle>
          <a:p>
            <a:r>
              <a:rPr lang="en-US" noProof="0"/>
              <a:t>DOCUMENT TITLE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28869B16-0DBD-39B5-3541-4FBB229CBEE1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405115" y="3158041"/>
            <a:ext cx="3192992" cy="230832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marL="0" indent="0">
              <a:spcAft>
                <a:spcPts val="265"/>
              </a:spcAft>
              <a:buFont typeface="Arial" panose="020B0604020202020204" pitchFamily="34" charset="0"/>
              <a:buNone/>
              <a:defRPr lang="en-US" sz="900" b="0" cap="all" spc="300" baseline="0" dirty="0" smtClean="0">
                <a:solidFill>
                  <a:schemeClr val="accent2"/>
                </a:solidFill>
                <a:latin typeface="+mn-lt"/>
                <a:ea typeface="Arial" charset="0"/>
                <a:cs typeface="Arial" charset="0"/>
              </a:defRPr>
            </a:lvl1pPr>
            <a:lvl2pPr marL="0" indent="0">
              <a:buFont typeface="Arial" panose="020B0604020202020204" pitchFamily="34" charset="0"/>
              <a:buNone/>
              <a:defRPr lang="en-US" sz="1235" b="0" dirty="0" smtClean="0">
                <a:solidFill>
                  <a:schemeClr val="lt1"/>
                </a:solidFill>
              </a:defRPr>
            </a:lvl2pPr>
            <a:lvl3pPr marL="617818" indent="0">
              <a:buFont typeface="Arial" panose="020B0604020202020204" pitchFamily="34" charset="0"/>
              <a:buNone/>
              <a:defRPr lang="en-US" sz="1855" dirty="0" smtClean="0">
                <a:solidFill>
                  <a:schemeClr val="lt1"/>
                </a:solidFill>
              </a:defRPr>
            </a:lvl3pPr>
            <a:lvl4pPr marL="1219496" indent="0">
              <a:buNone/>
              <a:defRPr lang="en-US" sz="1855" dirty="0" smtClean="0">
                <a:solidFill>
                  <a:schemeClr val="lt1"/>
                </a:solidFill>
              </a:defRPr>
            </a:lvl4pPr>
            <a:lvl5pPr marL="1685295" indent="0">
              <a:buNone/>
              <a:defRPr lang="en-GB" sz="1855" dirty="0">
                <a:solidFill>
                  <a:schemeClr val="lt1"/>
                </a:solidFill>
              </a:defRPr>
            </a:lvl5pPr>
          </a:lstStyle>
          <a:p>
            <a:pPr lvl="0">
              <a:lnSpc>
                <a:spcPct val="90000"/>
              </a:lnSpc>
            </a:pPr>
            <a:r>
              <a:rPr lang="en-US"/>
              <a:t>MONTH YEAR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1EF8AD3-2BC3-C665-FDA6-993841EA2AF8}"/>
              </a:ext>
            </a:extLst>
          </p:cNvPr>
          <p:cNvGrpSpPr/>
          <p:nvPr userDrawn="1"/>
        </p:nvGrpSpPr>
        <p:grpSpPr>
          <a:xfrm>
            <a:off x="603376" y="622514"/>
            <a:ext cx="732188" cy="6235306"/>
            <a:chOff x="603376" y="622514"/>
            <a:chExt cx="732188" cy="6235306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E57B6E05-1756-5F7F-B7DE-AFD801CB9C3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3382" y="622514"/>
              <a:ext cx="722182" cy="637404"/>
            </a:xfrm>
            <a:prstGeom prst="rect">
              <a:avLst/>
            </a:prstGeom>
          </p:spPr>
        </p:pic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59F3C82-D8D1-E71F-5294-15C3F17150F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4766" y="4586454"/>
              <a:ext cx="0" cy="22713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C965365-8DFC-42FB-8386-85779D13418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lum bright="-10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6200000">
              <a:off x="-504808" y="3147398"/>
              <a:ext cx="2315858" cy="99489"/>
            </a:xfrm>
            <a:prstGeom prst="rect">
              <a:avLst/>
            </a:prstGeom>
          </p:spPr>
        </p:pic>
      </p:grpSp>
      <p:pic>
        <p:nvPicPr>
          <p:cNvPr id="16" name="Graphic 15">
            <a:extLst>
              <a:ext uri="{FF2B5EF4-FFF2-40B4-BE49-F238E27FC236}">
                <a16:creationId xmlns:a16="http://schemas.microsoft.com/office/drawing/2014/main" id="{5C29D0C1-9C0D-3520-C216-0FD572F565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05362" y="6171168"/>
            <a:ext cx="1327900" cy="106659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CB94DD9-94CC-10B0-0FAC-1A4A8ACF96AD}"/>
              </a:ext>
            </a:extLst>
          </p:cNvPr>
          <p:cNvCxnSpPr>
            <a:cxnSpLocks/>
          </p:cNvCxnSpPr>
          <p:nvPr/>
        </p:nvCxnSpPr>
        <p:spPr>
          <a:xfrm flipH="1">
            <a:off x="1410047" y="6005382"/>
            <a:ext cx="358121" cy="0"/>
          </a:xfrm>
          <a:prstGeom prst="line">
            <a:avLst/>
          </a:prstGeom>
          <a:ln w="25400">
            <a:solidFill>
              <a:srgbClr val="5E8A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Picture Placeholder 1">
            <a:extLst>
              <a:ext uri="{FF2B5EF4-FFF2-40B4-BE49-F238E27FC236}">
                <a16:creationId xmlns:a16="http://schemas.microsoft.com/office/drawing/2014/main" id="{608F58DA-476D-D964-30A1-39884C6CDF26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4256690" y="0"/>
            <a:ext cx="7970959" cy="6858000"/>
          </a:xfrm>
          <a:custGeom>
            <a:avLst/>
            <a:gdLst>
              <a:gd name="connsiteX0" fmla="*/ 6911016 w 7970959"/>
              <a:gd name="connsiteY0" fmla="*/ 828675 h 6858000"/>
              <a:gd name="connsiteX1" fmla="*/ 7967569 w 7970959"/>
              <a:gd name="connsiteY1" fmla="*/ 2694352 h 6858000"/>
              <a:gd name="connsiteX2" fmla="*/ 7967569 w 7970959"/>
              <a:gd name="connsiteY2" fmla="*/ 6858000 h 6858000"/>
              <a:gd name="connsiteX3" fmla="*/ 6911016 w 7970959"/>
              <a:gd name="connsiteY3" fmla="*/ 6858000 h 6858000"/>
              <a:gd name="connsiteX4" fmla="*/ 5107212 w 7970959"/>
              <a:gd name="connsiteY4" fmla="*/ 823912 h 6858000"/>
              <a:gd name="connsiteX5" fmla="*/ 5107212 w 7970959"/>
              <a:gd name="connsiteY5" fmla="*/ 6858000 h 6858000"/>
              <a:gd name="connsiteX6" fmla="*/ 4044893 w 7970959"/>
              <a:gd name="connsiteY6" fmla="*/ 6858000 h 6858000"/>
              <a:gd name="connsiteX7" fmla="*/ 4044893 w 7970959"/>
              <a:gd name="connsiteY7" fmla="*/ 2695575 h 6858000"/>
              <a:gd name="connsiteX8" fmla="*/ 7967569 w 7970959"/>
              <a:gd name="connsiteY8" fmla="*/ 0 h 6858000"/>
              <a:gd name="connsiteX9" fmla="*/ 7970959 w 7970959"/>
              <a:gd name="connsiteY9" fmla="*/ 0 h 6858000"/>
              <a:gd name="connsiteX10" fmla="*/ 7970959 w 7970959"/>
              <a:gd name="connsiteY10" fmla="*/ 2700338 h 6858000"/>
              <a:gd name="connsiteX11" fmla="*/ 7967569 w 7970959"/>
              <a:gd name="connsiteY11" fmla="*/ 2694352 h 6858000"/>
              <a:gd name="connsiteX12" fmla="*/ 5511226 w 7970959"/>
              <a:gd name="connsiteY12" fmla="*/ 0 h 6858000"/>
              <a:gd name="connsiteX13" fmla="*/ 6564039 w 7970959"/>
              <a:gd name="connsiteY13" fmla="*/ 0 h 6858000"/>
              <a:gd name="connsiteX14" fmla="*/ 6564039 w 7970959"/>
              <a:gd name="connsiteY14" fmla="*/ 6858000 h 6858000"/>
              <a:gd name="connsiteX15" fmla="*/ 5511226 w 7970959"/>
              <a:gd name="connsiteY15" fmla="*/ 6858000 h 6858000"/>
              <a:gd name="connsiteX16" fmla="*/ 4056776 w 7970959"/>
              <a:gd name="connsiteY16" fmla="*/ 0 h 6858000"/>
              <a:gd name="connsiteX17" fmla="*/ 5216534 w 7970959"/>
              <a:gd name="connsiteY17" fmla="*/ 0 h 6858000"/>
              <a:gd name="connsiteX18" fmla="*/ 1323739 w 7970959"/>
              <a:gd name="connsiteY18" fmla="*/ 6858000 h 6858000"/>
              <a:gd name="connsiteX19" fmla="*/ 0 w 7970959"/>
              <a:gd name="connsiteY1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970959" h="6858000">
                <a:moveTo>
                  <a:pt x="6911016" y="828675"/>
                </a:moveTo>
                <a:lnTo>
                  <a:pt x="7967569" y="2694352"/>
                </a:lnTo>
                <a:lnTo>
                  <a:pt x="7967569" y="6858000"/>
                </a:lnTo>
                <a:lnTo>
                  <a:pt x="6911016" y="6858000"/>
                </a:lnTo>
                <a:close/>
                <a:moveTo>
                  <a:pt x="5107212" y="823912"/>
                </a:moveTo>
                <a:lnTo>
                  <a:pt x="5107212" y="6858000"/>
                </a:lnTo>
                <a:lnTo>
                  <a:pt x="4044893" y="6858000"/>
                </a:lnTo>
                <a:lnTo>
                  <a:pt x="4044893" y="2695575"/>
                </a:lnTo>
                <a:close/>
                <a:moveTo>
                  <a:pt x="7967569" y="0"/>
                </a:moveTo>
                <a:lnTo>
                  <a:pt x="7970959" y="0"/>
                </a:lnTo>
                <a:lnTo>
                  <a:pt x="7970959" y="2700338"/>
                </a:lnTo>
                <a:lnTo>
                  <a:pt x="7967569" y="2694352"/>
                </a:lnTo>
                <a:close/>
                <a:moveTo>
                  <a:pt x="5511226" y="0"/>
                </a:moveTo>
                <a:lnTo>
                  <a:pt x="6564039" y="0"/>
                </a:lnTo>
                <a:lnTo>
                  <a:pt x="6564039" y="6858000"/>
                </a:lnTo>
                <a:lnTo>
                  <a:pt x="5511226" y="6858000"/>
                </a:lnTo>
                <a:close/>
                <a:moveTo>
                  <a:pt x="4056776" y="0"/>
                </a:moveTo>
                <a:lnTo>
                  <a:pt x="5216534" y="0"/>
                </a:lnTo>
                <a:lnTo>
                  <a:pt x="132373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or drag here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3833623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Video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334B15-42AF-C6A0-9632-59B53E42F3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" y="1"/>
            <a:ext cx="3715657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D1C8030-9AB4-27FD-FD82-273FC932EA12}"/>
              </a:ext>
            </a:extLst>
          </p:cNvPr>
          <p:cNvSpPr/>
          <p:nvPr userDrawn="1"/>
        </p:nvSpPr>
        <p:spPr>
          <a:xfrm>
            <a:off x="2" y="-5412"/>
            <a:ext cx="3760757" cy="6863413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57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588" algn="ctr">
              <a:spcAft>
                <a:spcPts val="400"/>
              </a:spcAft>
            </a:pPr>
            <a:endParaRPr lang="en-US" sz="1001">
              <a:solidFill>
                <a:schemeClr val="bg1"/>
              </a:solidFill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7A69311B-A951-2CF9-B642-818776C56B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05115" y="3475609"/>
            <a:ext cx="3192992" cy="1351419"/>
          </a:xfrm>
          <a:prstGeom prst="rect">
            <a:avLst/>
          </a:prstGeom>
        </p:spPr>
        <p:txBody>
          <a:bodyPr tIns="0" bIns="0"/>
          <a:lstStyle>
            <a:lvl1pPr algn="l">
              <a:defRPr lang="en-GB" sz="3200" b="1" kern="1200" spc="100" baseline="0" dirty="0">
                <a:solidFill>
                  <a:schemeClr val="accent1"/>
                </a:solidFill>
                <a:latin typeface="+mj-lt"/>
                <a:ea typeface="Arial Bold" charset="0"/>
                <a:cs typeface="Arial Bold" charset="0"/>
              </a:defRPr>
            </a:lvl1pPr>
          </a:lstStyle>
          <a:p>
            <a:r>
              <a:rPr lang="en-US" noProof="0"/>
              <a:t>DOCUMENT TITLE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28869B16-0DBD-39B5-3541-4FBB229CBE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05115" y="3158041"/>
            <a:ext cx="3192992" cy="230832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marL="0" indent="0">
              <a:spcAft>
                <a:spcPts val="265"/>
              </a:spcAft>
              <a:buFont typeface="Arial" panose="020B0604020202020204" pitchFamily="34" charset="0"/>
              <a:buNone/>
              <a:defRPr lang="en-US" sz="900" b="0" cap="all" spc="300" baseline="0" dirty="0" smtClean="0">
                <a:solidFill>
                  <a:schemeClr val="accent2"/>
                </a:solidFill>
                <a:latin typeface="+mn-lt"/>
                <a:ea typeface="Arial" charset="0"/>
                <a:cs typeface="Arial" charset="0"/>
              </a:defRPr>
            </a:lvl1pPr>
            <a:lvl2pPr marL="0" indent="0">
              <a:buFont typeface="Arial" panose="020B0604020202020204" pitchFamily="34" charset="0"/>
              <a:buNone/>
              <a:defRPr lang="en-US" sz="1235" b="0" dirty="0" smtClean="0">
                <a:solidFill>
                  <a:schemeClr val="lt1"/>
                </a:solidFill>
              </a:defRPr>
            </a:lvl2pPr>
            <a:lvl3pPr marL="617818" indent="0">
              <a:buFont typeface="Arial" panose="020B0604020202020204" pitchFamily="34" charset="0"/>
              <a:buNone/>
              <a:defRPr lang="en-US" sz="1855" dirty="0" smtClean="0">
                <a:solidFill>
                  <a:schemeClr val="lt1"/>
                </a:solidFill>
              </a:defRPr>
            </a:lvl3pPr>
            <a:lvl4pPr marL="1219496" indent="0">
              <a:buNone/>
              <a:defRPr lang="en-US" sz="1855" dirty="0" smtClean="0">
                <a:solidFill>
                  <a:schemeClr val="lt1"/>
                </a:solidFill>
              </a:defRPr>
            </a:lvl4pPr>
            <a:lvl5pPr marL="1685295" indent="0">
              <a:buNone/>
              <a:defRPr lang="en-GB" sz="1855" dirty="0">
                <a:solidFill>
                  <a:schemeClr val="lt1"/>
                </a:solidFill>
              </a:defRPr>
            </a:lvl5pPr>
          </a:lstStyle>
          <a:p>
            <a:pPr lvl="0">
              <a:lnSpc>
                <a:spcPct val="90000"/>
              </a:lnSpc>
            </a:pPr>
            <a:r>
              <a:rPr lang="en-US"/>
              <a:t>MONTH YEAR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383EE3C-059D-CA07-526E-8FC1EC07CB2F}"/>
              </a:ext>
            </a:extLst>
          </p:cNvPr>
          <p:cNvGrpSpPr/>
          <p:nvPr userDrawn="1"/>
        </p:nvGrpSpPr>
        <p:grpSpPr>
          <a:xfrm>
            <a:off x="603088" y="622366"/>
            <a:ext cx="732226" cy="6235634"/>
            <a:chOff x="603088" y="622366"/>
            <a:chExt cx="732226" cy="6235634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B201C86C-3ACB-87A8-F818-EB09F06AFE5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3094" y="622366"/>
              <a:ext cx="722220" cy="637437"/>
            </a:xfrm>
            <a:prstGeom prst="rect">
              <a:avLst/>
            </a:prstGeom>
          </p:spPr>
        </p:pic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B54894CF-C013-7E78-E86F-FF667DC07E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4480" y="4586514"/>
              <a:ext cx="0" cy="22714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067EFFF-87B4-CB7D-1B98-C06A172A9D6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lum bright="-10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6200000">
              <a:off x="-505155" y="3147383"/>
              <a:ext cx="2315980" cy="99494"/>
            </a:xfrm>
            <a:prstGeom prst="rect">
              <a:avLst/>
            </a:prstGeom>
          </p:spPr>
        </p:pic>
      </p:grpSp>
      <p:pic>
        <p:nvPicPr>
          <p:cNvPr id="10" name="Graphic 9">
            <a:extLst>
              <a:ext uri="{FF2B5EF4-FFF2-40B4-BE49-F238E27FC236}">
                <a16:creationId xmlns:a16="http://schemas.microsoft.com/office/drawing/2014/main" id="{956A4879-E3CE-69AA-F266-748407D96A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05115" y="6171318"/>
            <a:ext cx="1327970" cy="106665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46BA94B-DDFE-156A-FB70-925DE76CCFE3}"/>
              </a:ext>
            </a:extLst>
          </p:cNvPr>
          <p:cNvCxnSpPr>
            <a:cxnSpLocks/>
          </p:cNvCxnSpPr>
          <p:nvPr/>
        </p:nvCxnSpPr>
        <p:spPr>
          <a:xfrm flipH="1">
            <a:off x="1409801" y="6005523"/>
            <a:ext cx="358140" cy="0"/>
          </a:xfrm>
          <a:prstGeom prst="line">
            <a:avLst/>
          </a:prstGeom>
          <a:ln w="25400">
            <a:solidFill>
              <a:srgbClr val="5E8A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edia Placeholder 9">
            <a:extLst>
              <a:ext uri="{FF2B5EF4-FFF2-40B4-BE49-F238E27FC236}">
                <a16:creationId xmlns:a16="http://schemas.microsoft.com/office/drawing/2014/main" id="{AFAB5D61-89D7-BEAB-D0F0-AA1C40DB91A0}"/>
              </a:ext>
            </a:extLst>
          </p:cNvPr>
          <p:cNvSpPr>
            <a:spLocks noGrp="1"/>
          </p:cNvSpPr>
          <p:nvPr userDrawn="1">
            <p:ph type="media" sz="quarter" idx="12" hasCustomPrompt="1"/>
          </p:nvPr>
        </p:nvSpPr>
        <p:spPr>
          <a:xfrm>
            <a:off x="4221042" y="0"/>
            <a:ext cx="7970959" cy="6858000"/>
          </a:xfrm>
          <a:custGeom>
            <a:avLst/>
            <a:gdLst>
              <a:gd name="connsiteX0" fmla="*/ 6911016 w 7970959"/>
              <a:gd name="connsiteY0" fmla="*/ 828675 h 6858000"/>
              <a:gd name="connsiteX1" fmla="*/ 7967569 w 7970959"/>
              <a:gd name="connsiteY1" fmla="*/ 2694352 h 6858000"/>
              <a:gd name="connsiteX2" fmla="*/ 7967569 w 7970959"/>
              <a:gd name="connsiteY2" fmla="*/ 6858000 h 6858000"/>
              <a:gd name="connsiteX3" fmla="*/ 6911016 w 7970959"/>
              <a:gd name="connsiteY3" fmla="*/ 6858000 h 6858000"/>
              <a:gd name="connsiteX4" fmla="*/ 5107212 w 7970959"/>
              <a:gd name="connsiteY4" fmla="*/ 823912 h 6858000"/>
              <a:gd name="connsiteX5" fmla="*/ 5107212 w 7970959"/>
              <a:gd name="connsiteY5" fmla="*/ 6858000 h 6858000"/>
              <a:gd name="connsiteX6" fmla="*/ 4044893 w 7970959"/>
              <a:gd name="connsiteY6" fmla="*/ 6858000 h 6858000"/>
              <a:gd name="connsiteX7" fmla="*/ 4044893 w 7970959"/>
              <a:gd name="connsiteY7" fmla="*/ 2695575 h 6858000"/>
              <a:gd name="connsiteX8" fmla="*/ 7967569 w 7970959"/>
              <a:gd name="connsiteY8" fmla="*/ 0 h 6858000"/>
              <a:gd name="connsiteX9" fmla="*/ 7970959 w 7970959"/>
              <a:gd name="connsiteY9" fmla="*/ 0 h 6858000"/>
              <a:gd name="connsiteX10" fmla="*/ 7970959 w 7970959"/>
              <a:gd name="connsiteY10" fmla="*/ 2700338 h 6858000"/>
              <a:gd name="connsiteX11" fmla="*/ 7967569 w 7970959"/>
              <a:gd name="connsiteY11" fmla="*/ 2694352 h 6858000"/>
              <a:gd name="connsiteX12" fmla="*/ 5511226 w 7970959"/>
              <a:gd name="connsiteY12" fmla="*/ 0 h 6858000"/>
              <a:gd name="connsiteX13" fmla="*/ 6564039 w 7970959"/>
              <a:gd name="connsiteY13" fmla="*/ 0 h 6858000"/>
              <a:gd name="connsiteX14" fmla="*/ 6564039 w 7970959"/>
              <a:gd name="connsiteY14" fmla="*/ 6858000 h 6858000"/>
              <a:gd name="connsiteX15" fmla="*/ 5511226 w 7970959"/>
              <a:gd name="connsiteY15" fmla="*/ 6858000 h 6858000"/>
              <a:gd name="connsiteX16" fmla="*/ 4056776 w 7970959"/>
              <a:gd name="connsiteY16" fmla="*/ 0 h 6858000"/>
              <a:gd name="connsiteX17" fmla="*/ 5216534 w 7970959"/>
              <a:gd name="connsiteY17" fmla="*/ 0 h 6858000"/>
              <a:gd name="connsiteX18" fmla="*/ 1323739 w 7970959"/>
              <a:gd name="connsiteY18" fmla="*/ 6858000 h 6858000"/>
              <a:gd name="connsiteX19" fmla="*/ 0 w 7970959"/>
              <a:gd name="connsiteY1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970959" h="6858000">
                <a:moveTo>
                  <a:pt x="6911016" y="828675"/>
                </a:moveTo>
                <a:lnTo>
                  <a:pt x="7967569" y="2694352"/>
                </a:lnTo>
                <a:lnTo>
                  <a:pt x="7967569" y="6858000"/>
                </a:lnTo>
                <a:lnTo>
                  <a:pt x="6911016" y="6858000"/>
                </a:lnTo>
                <a:close/>
                <a:moveTo>
                  <a:pt x="5107212" y="823912"/>
                </a:moveTo>
                <a:lnTo>
                  <a:pt x="5107212" y="6858000"/>
                </a:lnTo>
                <a:lnTo>
                  <a:pt x="4044893" y="6858000"/>
                </a:lnTo>
                <a:lnTo>
                  <a:pt x="4044893" y="2695575"/>
                </a:lnTo>
                <a:close/>
                <a:moveTo>
                  <a:pt x="7967569" y="0"/>
                </a:moveTo>
                <a:lnTo>
                  <a:pt x="7970959" y="0"/>
                </a:lnTo>
                <a:lnTo>
                  <a:pt x="7970959" y="2700338"/>
                </a:lnTo>
                <a:lnTo>
                  <a:pt x="7967569" y="2694352"/>
                </a:lnTo>
                <a:close/>
                <a:moveTo>
                  <a:pt x="5511226" y="0"/>
                </a:moveTo>
                <a:lnTo>
                  <a:pt x="6564039" y="0"/>
                </a:lnTo>
                <a:lnTo>
                  <a:pt x="6564039" y="6858000"/>
                </a:lnTo>
                <a:lnTo>
                  <a:pt x="5511226" y="6858000"/>
                </a:lnTo>
                <a:close/>
                <a:moveTo>
                  <a:pt x="4056776" y="0"/>
                </a:moveTo>
                <a:lnTo>
                  <a:pt x="5216534" y="0"/>
                </a:lnTo>
                <a:lnTo>
                  <a:pt x="132373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or drag here to insert video</a:t>
            </a:r>
          </a:p>
        </p:txBody>
      </p:sp>
    </p:spTree>
    <p:extLst>
      <p:ext uri="{BB962C8B-B14F-4D97-AF65-F5344CB8AC3E}">
        <p14:creationId xmlns:p14="http://schemas.microsoft.com/office/powerpoint/2010/main" val="1839435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Video -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D49D848-9E37-0464-85E7-C159207021B1}"/>
              </a:ext>
            </a:extLst>
          </p:cNvPr>
          <p:cNvSpPr/>
          <p:nvPr userDrawn="1"/>
        </p:nvSpPr>
        <p:spPr>
          <a:xfrm>
            <a:off x="1" y="0"/>
            <a:ext cx="34547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588" algn="ctr">
              <a:spcAft>
                <a:spcPts val="400"/>
              </a:spcAft>
            </a:pPr>
            <a:endParaRPr lang="en-US" sz="1001">
              <a:solidFill>
                <a:schemeClr val="bg1"/>
              </a:solidFill>
            </a:endParaRPr>
          </a:p>
        </p:txBody>
      </p:sp>
      <p:pic>
        <p:nvPicPr>
          <p:cNvPr id="6" name="Picture 5" descr="A blue and green wavy surface&#10;&#10;Description automatically generated">
            <a:extLst>
              <a:ext uri="{FF2B5EF4-FFF2-40B4-BE49-F238E27FC236}">
                <a16:creationId xmlns:a16="http://schemas.microsoft.com/office/drawing/2014/main" id="{568A6A5E-B2E5-BB0E-C7AA-B2ADD33DF9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39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" y="0"/>
            <a:ext cx="3695700" cy="6858000"/>
          </a:xfrm>
          <a:prstGeom prst="rect">
            <a:avLst/>
          </a:prstGeom>
          <a:noFill/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E0B0141-5505-D9DF-B156-B149393773BC}"/>
              </a:ext>
            </a:extLst>
          </p:cNvPr>
          <p:cNvSpPr/>
          <p:nvPr userDrawn="1"/>
        </p:nvSpPr>
        <p:spPr>
          <a:xfrm>
            <a:off x="284662" y="0"/>
            <a:ext cx="3425371" cy="6858000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9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588" algn="ctr">
              <a:spcAft>
                <a:spcPts val="400"/>
              </a:spcAft>
            </a:pPr>
            <a:endParaRPr lang="en-US" sz="1001">
              <a:solidFill>
                <a:schemeClr val="bg1"/>
              </a:solidFill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7A69311B-A951-2CF9-B642-818776C56B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05115" y="3475609"/>
            <a:ext cx="3192992" cy="1351419"/>
          </a:xfrm>
          <a:prstGeom prst="rect">
            <a:avLst/>
          </a:prstGeom>
        </p:spPr>
        <p:txBody>
          <a:bodyPr tIns="0" bIns="0"/>
          <a:lstStyle>
            <a:lvl1pPr algn="l">
              <a:defRPr lang="en-GB" sz="3200" b="1" kern="1200" spc="100" baseline="0" dirty="0">
                <a:solidFill>
                  <a:schemeClr val="bg1"/>
                </a:solidFill>
                <a:latin typeface="+mj-lt"/>
                <a:ea typeface="Arial Bold" charset="0"/>
                <a:cs typeface="Arial Bold" charset="0"/>
              </a:defRPr>
            </a:lvl1pPr>
          </a:lstStyle>
          <a:p>
            <a:r>
              <a:rPr lang="en-US" noProof="0"/>
              <a:t>DOCUMENT TITLE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28869B16-0DBD-39B5-3541-4FBB229CBE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05115" y="3158041"/>
            <a:ext cx="3192992" cy="230832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marL="0" indent="0">
              <a:spcAft>
                <a:spcPts val="265"/>
              </a:spcAft>
              <a:buFont typeface="Arial" panose="020B0604020202020204" pitchFamily="34" charset="0"/>
              <a:buNone/>
              <a:defRPr lang="en-US" sz="900" b="0" cap="all" spc="300" baseline="0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ea typeface="Arial" charset="0"/>
                <a:cs typeface="Arial" charset="0"/>
              </a:defRPr>
            </a:lvl1pPr>
            <a:lvl2pPr marL="0" indent="0">
              <a:buFont typeface="Arial" panose="020B0604020202020204" pitchFamily="34" charset="0"/>
              <a:buNone/>
              <a:defRPr lang="en-US" sz="1235" b="0" dirty="0" smtClean="0">
                <a:solidFill>
                  <a:schemeClr val="lt1"/>
                </a:solidFill>
              </a:defRPr>
            </a:lvl2pPr>
            <a:lvl3pPr marL="617818" indent="0">
              <a:buFont typeface="Arial" panose="020B0604020202020204" pitchFamily="34" charset="0"/>
              <a:buNone/>
              <a:defRPr lang="en-US" sz="1855" dirty="0" smtClean="0">
                <a:solidFill>
                  <a:schemeClr val="lt1"/>
                </a:solidFill>
              </a:defRPr>
            </a:lvl3pPr>
            <a:lvl4pPr marL="1219496" indent="0">
              <a:buNone/>
              <a:defRPr lang="en-US" sz="1855" dirty="0" smtClean="0">
                <a:solidFill>
                  <a:schemeClr val="lt1"/>
                </a:solidFill>
              </a:defRPr>
            </a:lvl4pPr>
            <a:lvl5pPr marL="1685295" indent="0">
              <a:buNone/>
              <a:defRPr lang="en-GB" sz="1855" dirty="0">
                <a:solidFill>
                  <a:schemeClr val="lt1"/>
                </a:solidFill>
              </a:defRPr>
            </a:lvl5pPr>
          </a:lstStyle>
          <a:p>
            <a:pPr lvl="0">
              <a:lnSpc>
                <a:spcPct val="90000"/>
              </a:lnSpc>
            </a:pPr>
            <a:r>
              <a:rPr lang="en-US"/>
              <a:t>MONTH YEAR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62FC1B4-E0B9-2669-F3A4-87432B07DBA3}"/>
              </a:ext>
            </a:extLst>
          </p:cNvPr>
          <p:cNvCxnSpPr>
            <a:cxnSpLocks/>
          </p:cNvCxnSpPr>
          <p:nvPr userDrawn="1"/>
        </p:nvCxnSpPr>
        <p:spPr>
          <a:xfrm flipH="1">
            <a:off x="1410050" y="6005382"/>
            <a:ext cx="358121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3B9B7AED-A143-D606-1AEF-FF2753FE0E9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5365" y="6181103"/>
            <a:ext cx="1482098" cy="96724"/>
          </a:xfrm>
          <a:prstGeom prst="rect">
            <a:avLst/>
          </a:prstGeom>
        </p:spPr>
      </p:pic>
      <p:sp>
        <p:nvSpPr>
          <p:cNvPr id="21" name="Media Placeholder 20">
            <a:extLst>
              <a:ext uri="{FF2B5EF4-FFF2-40B4-BE49-F238E27FC236}">
                <a16:creationId xmlns:a16="http://schemas.microsoft.com/office/drawing/2014/main" id="{0984B404-C1A7-9BF1-A63B-2AED85F494A3}"/>
              </a:ext>
            </a:extLst>
          </p:cNvPr>
          <p:cNvSpPr>
            <a:spLocks noGrp="1"/>
          </p:cNvSpPr>
          <p:nvPr userDrawn="1">
            <p:ph type="media" sz="quarter" idx="12" hasCustomPrompt="1"/>
          </p:nvPr>
        </p:nvSpPr>
        <p:spPr>
          <a:xfrm>
            <a:off x="4221042" y="0"/>
            <a:ext cx="7970959" cy="6858000"/>
          </a:xfrm>
          <a:custGeom>
            <a:avLst/>
            <a:gdLst>
              <a:gd name="connsiteX0" fmla="*/ 4867272 w 7004304"/>
              <a:gd name="connsiteY0" fmla="*/ 466724 h 6858000"/>
              <a:gd name="connsiteX1" fmla="*/ 1233486 w 7004304"/>
              <a:gd name="connsiteY1" fmla="*/ 6857996 h 6858000"/>
              <a:gd name="connsiteX2" fmla="*/ 3595685 w 7004304"/>
              <a:gd name="connsiteY2" fmla="*/ 6857996 h 6858000"/>
              <a:gd name="connsiteX3" fmla="*/ 3595685 w 7004304"/>
              <a:gd name="connsiteY3" fmla="*/ 3252786 h 6858000"/>
              <a:gd name="connsiteX4" fmla="*/ 4514847 w 7004304"/>
              <a:gd name="connsiteY4" fmla="*/ 1633536 h 6858000"/>
              <a:gd name="connsiteX5" fmla="*/ 4514847 w 7004304"/>
              <a:gd name="connsiteY5" fmla="*/ 6857996 h 6858000"/>
              <a:gd name="connsiteX6" fmla="*/ 4867272 w 7004304"/>
              <a:gd name="connsiteY6" fmla="*/ 6857996 h 6858000"/>
              <a:gd name="connsiteX7" fmla="*/ 4150517 w 7004304"/>
              <a:gd name="connsiteY7" fmla="*/ 0 h 6858000"/>
              <a:gd name="connsiteX8" fmla="*/ 5781672 w 7004304"/>
              <a:gd name="connsiteY8" fmla="*/ 0 h 6858000"/>
              <a:gd name="connsiteX9" fmla="*/ 5781672 w 7004304"/>
              <a:gd name="connsiteY9" fmla="*/ 6857997 h 6858000"/>
              <a:gd name="connsiteX10" fmla="*/ 6079328 w 7004304"/>
              <a:gd name="connsiteY10" fmla="*/ 6857997 h 6858000"/>
              <a:gd name="connsiteX11" fmla="*/ 6079328 w 7004304"/>
              <a:gd name="connsiteY11" fmla="*/ 1635918 h 6858000"/>
              <a:gd name="connsiteX12" fmla="*/ 7000871 w 7004304"/>
              <a:gd name="connsiteY12" fmla="*/ 3257549 h 6858000"/>
              <a:gd name="connsiteX13" fmla="*/ 7000871 w 7004304"/>
              <a:gd name="connsiteY13" fmla="*/ 0 h 6858000"/>
              <a:gd name="connsiteX14" fmla="*/ 7004304 w 7004304"/>
              <a:gd name="connsiteY14" fmla="*/ 0 h 6858000"/>
              <a:gd name="connsiteX15" fmla="*/ 7004304 w 7004304"/>
              <a:gd name="connsiteY15" fmla="*/ 6858000 h 6858000"/>
              <a:gd name="connsiteX16" fmla="*/ 0 w 7004304"/>
              <a:gd name="connsiteY16" fmla="*/ 6858000 h 6858000"/>
              <a:gd name="connsiteX17" fmla="*/ 0 w 7004304"/>
              <a:gd name="connsiteY17" fmla="*/ 6857997 h 6858000"/>
              <a:gd name="connsiteX18" fmla="*/ 83344 w 7004304"/>
              <a:gd name="connsiteY18" fmla="*/ 6857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004304" h="6858000">
                <a:moveTo>
                  <a:pt x="4867272" y="466724"/>
                </a:moveTo>
                <a:lnTo>
                  <a:pt x="1233486" y="6857996"/>
                </a:lnTo>
                <a:lnTo>
                  <a:pt x="3595685" y="6857996"/>
                </a:lnTo>
                <a:lnTo>
                  <a:pt x="3595685" y="3252786"/>
                </a:lnTo>
                <a:lnTo>
                  <a:pt x="4514847" y="1633536"/>
                </a:lnTo>
                <a:lnTo>
                  <a:pt x="4514847" y="6857996"/>
                </a:lnTo>
                <a:lnTo>
                  <a:pt x="4867272" y="6857996"/>
                </a:lnTo>
                <a:close/>
                <a:moveTo>
                  <a:pt x="4150517" y="0"/>
                </a:moveTo>
                <a:lnTo>
                  <a:pt x="5781672" y="0"/>
                </a:lnTo>
                <a:lnTo>
                  <a:pt x="5781672" y="6857997"/>
                </a:lnTo>
                <a:lnTo>
                  <a:pt x="6079328" y="6857997"/>
                </a:lnTo>
                <a:lnTo>
                  <a:pt x="6079328" y="1635918"/>
                </a:lnTo>
                <a:lnTo>
                  <a:pt x="7000871" y="3257549"/>
                </a:lnTo>
                <a:lnTo>
                  <a:pt x="7000871" y="0"/>
                </a:lnTo>
                <a:lnTo>
                  <a:pt x="7004304" y="0"/>
                </a:lnTo>
                <a:lnTo>
                  <a:pt x="7004304" y="6858000"/>
                </a:lnTo>
                <a:lnTo>
                  <a:pt x="0" y="6858000"/>
                </a:lnTo>
                <a:lnTo>
                  <a:pt x="0" y="6857997"/>
                </a:lnTo>
                <a:lnTo>
                  <a:pt x="83344" y="6857997"/>
                </a:lnTo>
                <a:close/>
              </a:path>
            </a:pathLst>
          </a:custGeom>
          <a:solidFill>
            <a:schemeClr val="accent1">
              <a:lumMod val="90000"/>
              <a:lumOff val="10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or drag here to add media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B58A6D6-19D4-39CC-AAAC-C664941ECDF7}"/>
              </a:ext>
            </a:extLst>
          </p:cNvPr>
          <p:cNvGrpSpPr/>
          <p:nvPr userDrawn="1"/>
        </p:nvGrpSpPr>
        <p:grpSpPr>
          <a:xfrm>
            <a:off x="603376" y="622514"/>
            <a:ext cx="732188" cy="6235306"/>
            <a:chOff x="603376" y="622514"/>
            <a:chExt cx="732188" cy="6235306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AEF105C6-41D7-0105-393B-68959682706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screen">
              <a:lum bright="100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13382" y="622514"/>
              <a:ext cx="722182" cy="637404"/>
            </a:xfrm>
            <a:prstGeom prst="rect">
              <a:avLst/>
            </a:prstGeom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D4861F2-1432-78AA-D04C-B3B89D2BC31E}"/>
                </a:ext>
              </a:extLst>
            </p:cNvPr>
            <p:cNvGrpSpPr/>
            <p:nvPr userDrawn="1"/>
          </p:nvGrpSpPr>
          <p:grpSpPr>
            <a:xfrm>
              <a:off x="603376" y="2039214"/>
              <a:ext cx="99489" cy="4818606"/>
              <a:chOff x="603376" y="2039214"/>
              <a:chExt cx="99489" cy="4818606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C3FC291F-42E6-B6C7-E82A-6C949842AF5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44766" y="4586454"/>
                <a:ext cx="0" cy="227136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4D182075-DEEF-43BC-1119-DD446BDBA78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 cstate="screen">
                <a:lum bright="100000"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16200000">
                <a:off x="-504808" y="3147398"/>
                <a:ext cx="2315858" cy="9948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96784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1405243-1706-C262-DE66-CFB38BCB05B6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544329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405243-1706-C262-DE66-CFB38BCB05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595925" y="1678668"/>
            <a:ext cx="11000153" cy="4531632"/>
          </a:xfrm>
        </p:spPr>
        <p:txBody>
          <a:bodyPr vert="horz" wrap="square" lIns="0" tIns="0" rIns="0" bIns="0" rtlCol="0">
            <a:noAutofit/>
          </a:bodyPr>
          <a:lstStyle>
            <a:lvl1pPr marL="171450" indent="-171450">
              <a:buFont typeface="Wingdings" pitchFamily="2" charset="2"/>
              <a:buChar char="§"/>
              <a:defRPr lang="en-US" dirty="0"/>
            </a:lvl1pPr>
            <a:lvl2pPr marL="171450" indent="-171450">
              <a:buFont typeface="Wingdings" pitchFamily="2" charset="2"/>
              <a:buChar char="§"/>
              <a:defRPr lang="en-US" dirty="0"/>
            </a:lvl2pPr>
            <a:lvl3pPr marL="350838" indent="-165100">
              <a:buFont typeface="System Font Regular"/>
              <a:buChar char="–"/>
              <a:tabLst/>
              <a:defRPr lang="en-US" dirty="0"/>
            </a:lvl3pPr>
            <a:lvl4pPr marL="515938" indent="-155575">
              <a:buFont typeface="Courier New" panose="02070309020205020404" pitchFamily="49" charset="0"/>
              <a:buChar char="o"/>
              <a:tabLst/>
              <a:defRPr lang="en-US" dirty="0"/>
            </a:lvl4pPr>
            <a:lvl5pPr marL="690563" indent="-153988">
              <a:buFont typeface="Arial" panose="020B0604020202020204" pitchFamily="34" charset="0"/>
              <a:buChar char="•"/>
              <a:tabLst/>
              <a:defRPr lang="en-US" dirty="0"/>
            </a:lvl5pPr>
          </a:lstStyle>
          <a:p>
            <a:pPr marL="171450" lvl="0" indent="-171450">
              <a:buFont typeface="Wingdings" pitchFamily="2" charset="2"/>
              <a:buChar char="§"/>
            </a:pPr>
            <a:r>
              <a:rPr lang="en-US"/>
              <a:t>Use Alt + Shift + Right/Left arrow to cycle through your text levels</a:t>
            </a:r>
          </a:p>
          <a:p>
            <a:pPr marL="171450" lvl="1" indent="-171450">
              <a:buFont typeface="Wingdings" pitchFamily="2" charset="2"/>
              <a:buChar char="§"/>
            </a:pPr>
            <a:r>
              <a:rPr lang="en-US"/>
              <a:t>Second level</a:t>
            </a:r>
          </a:p>
          <a:p>
            <a:pPr marL="350838" lvl="2" indent="-165100">
              <a:buFont typeface="System Font Regular"/>
              <a:buChar char="–"/>
              <a:tabLst/>
            </a:pPr>
            <a:r>
              <a:rPr lang="en-US"/>
              <a:t>Third level</a:t>
            </a:r>
          </a:p>
          <a:p>
            <a:pPr marL="515938" lvl="3" indent="-155575">
              <a:buFont typeface="Courier New" panose="02070309020205020404" pitchFamily="49" charset="0"/>
              <a:buChar char="o"/>
              <a:tabLst/>
            </a:pPr>
            <a:r>
              <a:rPr lang="en-US"/>
              <a:t>Fourth level</a:t>
            </a:r>
          </a:p>
          <a:p>
            <a:pPr marL="690563" lvl="4" indent="-153988">
              <a:buFont typeface="Arial" panose="020B0604020202020204" pitchFamily="34" charset="0"/>
              <a:buChar char="•"/>
              <a:tabLst/>
            </a:pPr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717BE-4189-0636-2F22-1920E542C8A7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>
          <a:xfrm>
            <a:off x="8818642" y="6309064"/>
            <a:ext cx="2777437" cy="247634"/>
          </a:xfrm>
        </p:spPr>
        <p:txBody>
          <a:bodyPr vert="horz" lIns="0" tIns="0" rIns="0" bIns="0" rtlCol="0" anchor="b"/>
          <a:lstStyle>
            <a:lvl1pPr algn="r">
              <a:defRPr lang="en-US" dirty="0"/>
            </a:lvl1pPr>
          </a:lstStyle>
          <a:p>
            <a:r>
              <a:rPr lang="en-US"/>
              <a:t>CONFIDENTIAL: NOT FOR DISTRIBUTION</a:t>
            </a:r>
            <a:endParaRPr lang="en-US" sz="1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102A9BA-51D1-AC7D-FAD8-EFD366BBBE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925" y="502920"/>
            <a:ext cx="11000153" cy="544022"/>
          </a:xfrm>
        </p:spPr>
        <p:txBody>
          <a:bodyPr vert="horz" rIns="0"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52">
            <a:extLst>
              <a:ext uri="{FF2B5EF4-FFF2-40B4-BE49-F238E27FC236}">
                <a16:creationId xmlns:a16="http://schemas.microsoft.com/office/drawing/2014/main" id="{C1A1E6CA-9BAB-0722-4452-B599C793C5E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95925" y="116721"/>
            <a:ext cx="11000153" cy="342423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900" b="1" i="0" kern="800" cap="all" spc="251" baseline="0">
                <a:solidFill>
                  <a:schemeClr val="accent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10" name="Text Placeholder 52">
            <a:extLst>
              <a:ext uri="{FF2B5EF4-FFF2-40B4-BE49-F238E27FC236}">
                <a16:creationId xmlns:a16="http://schemas.microsoft.com/office/drawing/2014/main" id="{40247E2F-FA02-212A-ACA2-12AA82ACFE0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95925" y="1097280"/>
            <a:ext cx="11000146" cy="34242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100" b="0" i="0" kern="800" spc="0" baseline="0">
                <a:solidFill>
                  <a:schemeClr val="accent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Subtitle or key takeaway goes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828B6B-B6F5-BE12-CD0B-48638B389C1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5925" y="6309064"/>
            <a:ext cx="2777437" cy="24763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700" b="0" smtClean="0">
                <a:latin typeface="+mn-lt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defTabSz="1043056"/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813717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D74F4A10-D978-2729-D705-C77F22EAB1E4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>
          <a:xfrm>
            <a:off x="8818642" y="6309064"/>
            <a:ext cx="2777437" cy="247634"/>
          </a:xfrm>
        </p:spPr>
        <p:txBody>
          <a:bodyPr vert="horz" lIns="0" tIns="0" rIns="0" bIns="0" rtlCol="0" anchor="b"/>
          <a:lstStyle>
            <a:lvl1pPr>
              <a:defRPr lang="en-US" dirty="0"/>
            </a:lvl1pPr>
          </a:lstStyle>
          <a:p>
            <a:pPr algn="r"/>
            <a:r>
              <a:rPr lang="en-US"/>
              <a:t>CONFIDENTIAL: NOT FOR DISTRIBUTION</a:t>
            </a:r>
            <a:endParaRPr lang="en-US" sz="1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E642FA4-163C-31B0-AC7C-6701DD4A20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925" y="555315"/>
            <a:ext cx="11000153" cy="544022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52">
            <a:extLst>
              <a:ext uri="{FF2B5EF4-FFF2-40B4-BE49-F238E27FC236}">
                <a16:creationId xmlns:a16="http://schemas.microsoft.com/office/drawing/2014/main" id="{230E7882-2682-6BE9-CF8A-DEE2158C5DD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95925" y="116721"/>
            <a:ext cx="11000153" cy="342423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900" b="1" i="0" kern="800" cap="all" spc="251" baseline="0">
                <a:solidFill>
                  <a:schemeClr val="accent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13" name="Text Placeholder 52">
            <a:extLst>
              <a:ext uri="{FF2B5EF4-FFF2-40B4-BE49-F238E27FC236}">
                <a16:creationId xmlns:a16="http://schemas.microsoft.com/office/drawing/2014/main" id="{5D8DC06B-FACD-E018-EA0D-2D1139284AB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95925" y="1195508"/>
            <a:ext cx="11000146" cy="34242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100" b="0" i="0" kern="800" spc="0" baseline="0">
                <a:solidFill>
                  <a:schemeClr val="accent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Subtitle or key takeaway goes here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26023037-40AF-9399-0CD3-0B16455234C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5925" y="1678668"/>
            <a:ext cx="5335953" cy="4531632"/>
          </a:xfrm>
        </p:spPr>
        <p:txBody>
          <a:bodyPr/>
          <a:lstStyle>
            <a:lvl1pPr marL="171450" indent="-171450">
              <a:buFont typeface="Wingdings" pitchFamily="2" charset="2"/>
              <a:buChar char="§"/>
              <a:defRPr/>
            </a:lvl1pPr>
            <a:lvl2pPr marL="171450" indent="-171450">
              <a:buFont typeface="Wingdings" pitchFamily="2" charset="2"/>
              <a:buChar char="§"/>
              <a:defRPr/>
            </a:lvl2pPr>
            <a:lvl3pPr marL="350838" indent="-165100">
              <a:buFont typeface="System Font Regular"/>
              <a:buChar char="–"/>
              <a:tabLst/>
              <a:defRPr/>
            </a:lvl3pPr>
            <a:lvl4pPr marL="515938" indent="-155575">
              <a:buFont typeface="Courier New" panose="02070309020205020404" pitchFamily="49" charset="0"/>
              <a:buChar char="o"/>
              <a:tabLst/>
              <a:defRPr/>
            </a:lvl4pPr>
            <a:lvl5pPr marL="690563" indent="-153988">
              <a:buFont typeface="Arial" panose="020B0604020202020204" pitchFamily="34" charset="0"/>
              <a:buChar char="•"/>
              <a:tabLst/>
              <a:defRPr/>
            </a:lvl5pPr>
          </a:lstStyle>
          <a:p>
            <a:pPr lvl="0"/>
            <a:r>
              <a:rPr lang="en-US"/>
              <a:t>Use Alt + Shift + Right/Left arrow to cycle through your text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C4421615-E1F9-01B4-808A-DF6D48A5594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260117" y="1678668"/>
            <a:ext cx="5335953" cy="4531632"/>
          </a:xfrm>
        </p:spPr>
        <p:txBody>
          <a:bodyPr/>
          <a:lstStyle>
            <a:lvl1pPr marL="171450" indent="-171450">
              <a:buFont typeface="Wingdings" pitchFamily="2" charset="2"/>
              <a:buChar char="§"/>
              <a:defRPr/>
            </a:lvl1pPr>
            <a:lvl2pPr marL="171450" indent="-171450">
              <a:buFont typeface="Wingdings" pitchFamily="2" charset="2"/>
              <a:buChar char="§"/>
              <a:defRPr/>
            </a:lvl2pPr>
            <a:lvl3pPr marL="350838" indent="-165100">
              <a:buFont typeface="System Font Regular"/>
              <a:buChar char="–"/>
              <a:tabLst/>
              <a:defRPr/>
            </a:lvl3pPr>
            <a:lvl4pPr marL="515938" indent="-155575">
              <a:buFont typeface="Courier New" panose="02070309020205020404" pitchFamily="49" charset="0"/>
              <a:buChar char="o"/>
              <a:tabLst/>
              <a:defRPr/>
            </a:lvl4pPr>
            <a:lvl5pPr marL="690563" indent="-153988">
              <a:buFont typeface="Arial" panose="020B0604020202020204" pitchFamily="34" charset="0"/>
              <a:buChar char="•"/>
              <a:tabLst/>
              <a:defRPr/>
            </a:lvl5pPr>
          </a:lstStyle>
          <a:p>
            <a:pPr lvl="0"/>
            <a:r>
              <a:rPr lang="en-US"/>
              <a:t>Use Alt + Shift + Right/Left arrow to cycle through your text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814647CF-FB30-00A8-ABBA-17BFA6B8DC3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95925" y="6309064"/>
            <a:ext cx="2777437" cy="24763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700" b="0" smtClean="0">
                <a:latin typeface="+mn-lt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defTabSz="1043056"/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194087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3EF42163-E848-F869-8AE8-199393204702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>
          <a:xfrm>
            <a:off x="8818642" y="6309064"/>
            <a:ext cx="2777437" cy="247634"/>
          </a:xfrm>
        </p:spPr>
        <p:txBody>
          <a:bodyPr vert="horz" lIns="0" tIns="0" rIns="0" bIns="0" rtlCol="0" anchor="b"/>
          <a:lstStyle>
            <a:lvl1pPr>
              <a:defRPr lang="en-US" dirty="0"/>
            </a:lvl1pPr>
          </a:lstStyle>
          <a:p>
            <a:pPr algn="r"/>
            <a:r>
              <a:rPr lang="en-US"/>
              <a:t>CONFIDENTIAL: NOT FOR DISTRIBUTION</a:t>
            </a:r>
            <a:endParaRPr lang="en-US" sz="1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C7757B4-F47A-E1FF-F323-8498D5F28B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924" y="555315"/>
            <a:ext cx="11000154" cy="544022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52">
            <a:extLst>
              <a:ext uri="{FF2B5EF4-FFF2-40B4-BE49-F238E27FC236}">
                <a16:creationId xmlns:a16="http://schemas.microsoft.com/office/drawing/2014/main" id="{A55432E5-A4F9-9605-025D-0CD6CCA3B37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95924" y="116721"/>
            <a:ext cx="11000154" cy="342423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900" b="1" i="0" kern="800" cap="all" spc="251" baseline="0">
                <a:solidFill>
                  <a:schemeClr val="accent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13" name="Text Placeholder 52">
            <a:extLst>
              <a:ext uri="{FF2B5EF4-FFF2-40B4-BE49-F238E27FC236}">
                <a16:creationId xmlns:a16="http://schemas.microsoft.com/office/drawing/2014/main" id="{5CBA1084-B530-56B6-B1B8-9B68FE45AEF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5924" y="1195508"/>
            <a:ext cx="11000148" cy="34242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100" b="0" i="0" kern="800" spc="0" baseline="0">
                <a:solidFill>
                  <a:schemeClr val="accent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Subtitle or key takeaway goes here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AE86B00-CC0E-B300-E170-2B83EDD349D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95924" y="1678668"/>
            <a:ext cx="3418384" cy="4531632"/>
          </a:xfrm>
        </p:spPr>
        <p:txBody>
          <a:bodyPr/>
          <a:lstStyle>
            <a:lvl1pPr marL="171450" indent="-171450">
              <a:buFont typeface="Wingdings" pitchFamily="2" charset="2"/>
              <a:buChar char="§"/>
              <a:defRPr/>
            </a:lvl1pPr>
            <a:lvl2pPr marL="171450" indent="-171450">
              <a:buFont typeface="Wingdings" pitchFamily="2" charset="2"/>
              <a:buChar char="§"/>
              <a:defRPr/>
            </a:lvl2pPr>
            <a:lvl3pPr marL="350838" indent="-165100">
              <a:buFont typeface="System Font Regular"/>
              <a:buChar char="–"/>
              <a:tabLst/>
              <a:defRPr/>
            </a:lvl3pPr>
            <a:lvl4pPr marL="515938" indent="-155575">
              <a:buFont typeface="Courier New" panose="02070309020205020404" pitchFamily="49" charset="0"/>
              <a:buChar char="o"/>
              <a:tabLst/>
              <a:defRPr/>
            </a:lvl4pPr>
            <a:lvl5pPr marL="690563" indent="-153988">
              <a:buFont typeface="Arial" panose="020B0604020202020204" pitchFamily="34" charset="0"/>
              <a:buChar char="•"/>
              <a:tabLst/>
              <a:defRPr/>
            </a:lvl5pPr>
          </a:lstStyle>
          <a:p>
            <a:pPr lvl="0"/>
            <a:r>
              <a:rPr lang="en-US"/>
              <a:t>Use Alt + Shift + Right/Left arrow to cycle through your text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8D904416-A46E-552A-8208-64844C7EFFC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386807" y="1678668"/>
            <a:ext cx="3418383" cy="4531632"/>
          </a:xfrm>
        </p:spPr>
        <p:txBody>
          <a:bodyPr/>
          <a:lstStyle>
            <a:lvl1pPr marL="171450" indent="-171450">
              <a:buFont typeface="Wingdings" pitchFamily="2" charset="2"/>
              <a:buChar char="§"/>
              <a:defRPr/>
            </a:lvl1pPr>
            <a:lvl2pPr marL="171450" indent="-171450">
              <a:buFont typeface="Wingdings" pitchFamily="2" charset="2"/>
              <a:buChar char="§"/>
              <a:defRPr/>
            </a:lvl2pPr>
            <a:lvl3pPr marL="350838" indent="-165100">
              <a:buFont typeface="System Font Regular"/>
              <a:buChar char="–"/>
              <a:tabLst/>
              <a:defRPr/>
            </a:lvl3pPr>
            <a:lvl4pPr marL="515938" indent="-155575">
              <a:buFont typeface="Courier New" panose="02070309020205020404" pitchFamily="49" charset="0"/>
              <a:buChar char="o"/>
              <a:tabLst/>
              <a:defRPr/>
            </a:lvl4pPr>
            <a:lvl5pPr marL="690563" indent="-153988">
              <a:buFont typeface="Arial" panose="020B0604020202020204" pitchFamily="34" charset="0"/>
              <a:buChar char="•"/>
              <a:tabLst/>
              <a:defRPr/>
            </a:lvl5pPr>
          </a:lstStyle>
          <a:p>
            <a:pPr lvl="0"/>
            <a:r>
              <a:rPr lang="en-US"/>
              <a:t>Use Alt + Shift + Right/Left arrow to cycle through your text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F0B13215-35C6-EAB9-E361-C1113D30B31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177689" y="1678668"/>
            <a:ext cx="3418383" cy="4531632"/>
          </a:xfrm>
        </p:spPr>
        <p:txBody>
          <a:bodyPr/>
          <a:lstStyle>
            <a:lvl1pPr marL="171450" indent="-171450">
              <a:buFont typeface="Wingdings" pitchFamily="2" charset="2"/>
              <a:buChar char="§"/>
              <a:defRPr/>
            </a:lvl1pPr>
            <a:lvl2pPr marL="171450" indent="-171450">
              <a:buFont typeface="Wingdings" pitchFamily="2" charset="2"/>
              <a:buChar char="§"/>
              <a:defRPr/>
            </a:lvl2pPr>
            <a:lvl3pPr marL="350838" indent="-165100">
              <a:buFont typeface="System Font Regular"/>
              <a:buChar char="–"/>
              <a:tabLst/>
              <a:defRPr/>
            </a:lvl3pPr>
            <a:lvl4pPr marL="515938" indent="-155575">
              <a:buFont typeface="Courier New" panose="02070309020205020404" pitchFamily="49" charset="0"/>
              <a:buChar char="o"/>
              <a:tabLst/>
              <a:defRPr/>
            </a:lvl4pPr>
            <a:lvl5pPr marL="690563" indent="-153988">
              <a:buFont typeface="Arial" panose="020B0604020202020204" pitchFamily="34" charset="0"/>
              <a:buChar char="•"/>
              <a:tabLst/>
              <a:defRPr/>
            </a:lvl5pPr>
          </a:lstStyle>
          <a:p>
            <a:pPr lvl="0"/>
            <a:r>
              <a:rPr lang="en-US"/>
              <a:t>Use Alt + Shift + Right/Left arrow to cycle through your text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3616D24-930B-5AE5-4CA0-2D3D127E13C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95925" y="6309064"/>
            <a:ext cx="2777437" cy="24763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700" b="0" smtClean="0">
                <a:latin typeface="+mn-lt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defTabSz="1043056"/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47717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51BE927-8CA5-3A37-C1B6-FCE975B168A2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>
          <a:xfrm>
            <a:off x="8818642" y="6309064"/>
            <a:ext cx="2777437" cy="247634"/>
          </a:xfrm>
        </p:spPr>
        <p:txBody>
          <a:bodyPr vert="horz" lIns="0" tIns="0" rIns="0" bIns="0" rtlCol="0" anchor="b"/>
          <a:lstStyle>
            <a:lvl1pPr>
              <a:defRPr lang="en-US" dirty="0"/>
            </a:lvl1pPr>
          </a:lstStyle>
          <a:p>
            <a:pPr algn="r"/>
            <a:r>
              <a:rPr lang="en-US"/>
              <a:t>CONFIDENTIAL: NOT FOR DISTRIBUTION</a:t>
            </a:r>
            <a:endParaRPr lang="en-US" sz="1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D6548B9-5CB1-F56A-39F8-1463B29FFE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923" y="2961322"/>
            <a:ext cx="3038622" cy="935358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2">
            <a:extLst>
              <a:ext uri="{FF2B5EF4-FFF2-40B4-BE49-F238E27FC236}">
                <a16:creationId xmlns:a16="http://schemas.microsoft.com/office/drawing/2014/main" id="{7B069BDA-BD2E-7CCD-6DCF-399A25FDAD0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95923" y="2438076"/>
            <a:ext cx="3038622" cy="342423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900" b="1" i="0" kern="800" spc="251" baseline="0">
                <a:solidFill>
                  <a:schemeClr val="accent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7" name="Text Placeholder 52">
            <a:extLst>
              <a:ext uri="{FF2B5EF4-FFF2-40B4-BE49-F238E27FC236}">
                <a16:creationId xmlns:a16="http://schemas.microsoft.com/office/drawing/2014/main" id="{259F9514-EF2B-7B2F-B4C9-4E65DD8969D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5923" y="4045654"/>
            <a:ext cx="3038622" cy="498297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100" b="0" i="0" kern="800" spc="0" baseline="0">
                <a:solidFill>
                  <a:schemeClr val="accent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Subtitle or key takeaway goes here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30535FD-B7B8-C169-39AE-A18630114CD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218396" y="637676"/>
            <a:ext cx="7377681" cy="5572624"/>
          </a:xfrm>
        </p:spPr>
        <p:txBody>
          <a:bodyPr/>
          <a:lstStyle>
            <a:lvl1pPr marL="171450" indent="-171450">
              <a:buFont typeface="Wingdings" pitchFamily="2" charset="2"/>
              <a:buChar char="§"/>
              <a:defRPr/>
            </a:lvl1pPr>
            <a:lvl2pPr marL="171450" indent="-171450">
              <a:buFont typeface="Wingdings" pitchFamily="2" charset="2"/>
              <a:buChar char="§"/>
              <a:defRPr/>
            </a:lvl2pPr>
            <a:lvl3pPr marL="350838" indent="-165100">
              <a:buFont typeface="System Font Regular"/>
              <a:buChar char="–"/>
              <a:tabLst/>
              <a:defRPr/>
            </a:lvl3pPr>
            <a:lvl4pPr marL="515938" indent="-155575">
              <a:buFont typeface="Courier New" panose="02070309020205020404" pitchFamily="49" charset="0"/>
              <a:buChar char="o"/>
              <a:tabLst/>
              <a:defRPr/>
            </a:lvl4pPr>
            <a:lvl5pPr marL="690563" indent="-153988">
              <a:buFont typeface="Arial" panose="020B0604020202020204" pitchFamily="34" charset="0"/>
              <a:buChar char="•"/>
              <a:tabLst/>
              <a:defRPr/>
            </a:lvl5pPr>
          </a:lstStyle>
          <a:p>
            <a:pPr lvl="0"/>
            <a:r>
              <a:rPr lang="en-US"/>
              <a:t>Use Alt + Shift + Right/Left arrow to cycle through your text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30B0267E-EE0B-B2D6-7D11-FE1A32232A5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95925" y="6309064"/>
            <a:ext cx="2777437" cy="24763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700" b="0" smtClean="0">
                <a:latin typeface="+mn-lt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defTabSz="1043056"/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638473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0849E99-4534-466D-AE39-CAA330FD09D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48499606"/>
              </p:ext>
            </p:extLst>
          </p:nvPr>
        </p:nvGraphicFramePr>
        <p:xfrm>
          <a:off x="1927" y="1402"/>
          <a:ext cx="1924" cy="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0849E99-4534-466D-AE39-CAA330FD09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27" y="1402"/>
                        <a:ext cx="1924" cy="1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BDEEBED5-53F8-CB28-3171-D11EA6AA6E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924" y="555315"/>
            <a:ext cx="11000154" cy="544022"/>
          </a:xfrm>
        </p:spPr>
        <p:txBody>
          <a:bodyPr vert="horz" rIns="0"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52">
            <a:extLst>
              <a:ext uri="{FF2B5EF4-FFF2-40B4-BE49-F238E27FC236}">
                <a16:creationId xmlns:a16="http://schemas.microsoft.com/office/drawing/2014/main" id="{8258712C-F783-4A4D-9C5A-5EBB5B79C5C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95924" y="116721"/>
            <a:ext cx="11000154" cy="342423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900" b="1" i="0" kern="800" cap="all" spc="251" baseline="0">
                <a:solidFill>
                  <a:schemeClr val="accent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65FAA36-A318-338A-83AF-6ED73018AECE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>
          <a:xfrm>
            <a:off x="8818642" y="6309064"/>
            <a:ext cx="2777437" cy="247634"/>
          </a:xfrm>
        </p:spPr>
        <p:txBody>
          <a:bodyPr vert="horz" lIns="0" tIns="0" rIns="0" bIns="0" rtlCol="0" anchor="b"/>
          <a:lstStyle>
            <a:lvl1pPr>
              <a:defRPr lang="en-US" dirty="0"/>
            </a:lvl1pPr>
          </a:lstStyle>
          <a:p>
            <a:pPr algn="r"/>
            <a:r>
              <a:rPr lang="en-US"/>
              <a:t>CONFIDENTIAL: NOT FOR DISTRIBUTION</a:t>
            </a:r>
            <a:endParaRPr lang="en-US" sz="1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1" name="Text Placeholder 52">
            <a:extLst>
              <a:ext uri="{FF2B5EF4-FFF2-40B4-BE49-F238E27FC236}">
                <a16:creationId xmlns:a16="http://schemas.microsoft.com/office/drawing/2014/main" id="{6DBB5B81-7CD3-3D85-7C91-B069486C531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95924" y="1195508"/>
            <a:ext cx="11000148" cy="34242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100" b="0" i="0" kern="800" spc="0" baseline="0">
                <a:solidFill>
                  <a:schemeClr val="accent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Subtitle or key takeaway goes here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9D5F7C7-8D23-3F61-295A-840FF5F88B3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5925" y="6309064"/>
            <a:ext cx="2777437" cy="24763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700" b="0" smtClean="0">
                <a:latin typeface="+mn-lt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defTabSz="1043056"/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164383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9471C23-B0D5-703E-5699-24BA33CD7B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923" y="2961322"/>
            <a:ext cx="3038622" cy="935358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52">
            <a:extLst>
              <a:ext uri="{FF2B5EF4-FFF2-40B4-BE49-F238E27FC236}">
                <a16:creationId xmlns:a16="http://schemas.microsoft.com/office/drawing/2014/main" id="{BDF8299C-A228-B36F-1449-AD2F69B0AD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95923" y="2438076"/>
            <a:ext cx="3038622" cy="342423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900" b="1" i="0" kern="800" spc="251" baseline="0">
                <a:solidFill>
                  <a:schemeClr val="accent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0BC718-BD65-76B0-6CA8-BC886E18FF53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>
          <a:xfrm>
            <a:off x="8818642" y="6309064"/>
            <a:ext cx="2777437" cy="247634"/>
          </a:xfrm>
        </p:spPr>
        <p:txBody>
          <a:bodyPr vert="horz" lIns="0" tIns="0" rIns="0" bIns="0" rtlCol="0" anchor="b"/>
          <a:lstStyle>
            <a:lvl1pPr>
              <a:defRPr lang="en-US" dirty="0"/>
            </a:lvl1pPr>
          </a:lstStyle>
          <a:p>
            <a:pPr algn="r"/>
            <a:r>
              <a:rPr lang="en-US"/>
              <a:t>CONFIDENTIAL: NOT FOR DISTRIBUTION</a:t>
            </a:r>
            <a:endParaRPr lang="en-US" sz="1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4" name="Text Placeholder 52">
            <a:extLst>
              <a:ext uri="{FF2B5EF4-FFF2-40B4-BE49-F238E27FC236}">
                <a16:creationId xmlns:a16="http://schemas.microsoft.com/office/drawing/2014/main" id="{2311C9E8-1AD2-18F9-F602-798072F123A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5923" y="4045654"/>
            <a:ext cx="3038622" cy="498297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100" b="0" i="0" kern="800" spc="0" baseline="0">
                <a:solidFill>
                  <a:schemeClr val="accent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Subtitle or key takeaway goes here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456081A5-ECFD-2EED-9EB1-14550777353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95925" y="6309064"/>
            <a:ext cx="2777437" cy="24763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700" b="0" smtClean="0">
                <a:latin typeface="+mn-lt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defTabSz="1043056"/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494987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pact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5E87ED80-C2DC-15B5-0296-A4794C17A1CB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7620000" y="-2"/>
            <a:ext cx="4572000" cy="6858002"/>
          </a:xfrm>
          <a:solidFill>
            <a:schemeClr val="accent1"/>
          </a:solidFill>
        </p:spPr>
        <p:txBody>
          <a:bodyPr lIns="274320" tIns="91440" rIns="274320" bIns="0">
            <a:noAutofit/>
          </a:bodyPr>
          <a:lstStyle>
            <a:lvl1pPr algn="ctr">
              <a:defRPr sz="12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insert </a:t>
            </a:r>
            <a:r>
              <a:rPr lang="en-US" err="1"/>
              <a:t>bkgd</a:t>
            </a:r>
            <a:r>
              <a:rPr lang="en-US"/>
              <a:t> image or hit space bar for solid blue box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878B23-6B61-470E-BD2B-5BF8BFABD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923" y="752980"/>
            <a:ext cx="6871676" cy="724321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52">
            <a:extLst>
              <a:ext uri="{FF2B5EF4-FFF2-40B4-BE49-F238E27FC236}">
                <a16:creationId xmlns:a16="http://schemas.microsoft.com/office/drawing/2014/main" id="{6C21F7D1-B6D2-8629-01CB-6A6B1A97990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95923" y="229736"/>
            <a:ext cx="6871676" cy="342423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900" b="1" i="0" kern="800" cap="all" spc="251" baseline="0">
                <a:solidFill>
                  <a:schemeClr val="accent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C8BCF1F5-E9A8-CEDC-9E22-AB3C6E5052BC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>
          <a:xfrm>
            <a:off x="8818642" y="6309064"/>
            <a:ext cx="2777437" cy="247634"/>
          </a:xfrm>
        </p:spPr>
        <p:txBody>
          <a:bodyPr vert="horz" lIns="0" tIns="0" rIns="0" bIns="0" rtlCol="0" anchor="b"/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CONFIDENTIAL: NOT FOR DISTRIBUTION</a:t>
            </a:r>
            <a:endParaRPr lang="en-US" sz="10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5E6A1A6-D4E7-2902-83D7-7948E776F7A4}"/>
              </a:ext>
            </a:extLst>
          </p:cNvPr>
          <p:cNvCxnSpPr>
            <a:cxnSpLocks/>
          </p:cNvCxnSpPr>
          <p:nvPr userDrawn="1"/>
        </p:nvCxnSpPr>
        <p:spPr>
          <a:xfrm>
            <a:off x="11865940" y="0"/>
            <a:ext cx="0" cy="52285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hlinkClick r:id="" action="ppaction://noaction"/>
            <a:extLst>
              <a:ext uri="{FF2B5EF4-FFF2-40B4-BE49-F238E27FC236}">
                <a16:creationId xmlns:a16="http://schemas.microsoft.com/office/drawing/2014/main" id="{B0D83F79-65B7-2684-5DB8-88F73000A62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1252060" y="5900564"/>
            <a:ext cx="1204205" cy="119045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94A9FCE7-F6A3-3E60-9BD6-33A0357D9BA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5922" y="1640397"/>
            <a:ext cx="6871676" cy="4505571"/>
          </a:xfrm>
        </p:spPr>
        <p:txBody>
          <a:bodyPr/>
          <a:lstStyle>
            <a:lvl1pPr marL="171450" indent="-171450">
              <a:buFont typeface="Wingdings" pitchFamily="2" charset="2"/>
              <a:buChar char="§"/>
              <a:defRPr/>
            </a:lvl1pPr>
            <a:lvl2pPr marL="171450" indent="-171450">
              <a:buFont typeface="Wingdings" pitchFamily="2" charset="2"/>
              <a:buChar char="§"/>
              <a:defRPr/>
            </a:lvl2pPr>
            <a:lvl3pPr marL="350838" indent="-165100">
              <a:buFont typeface="System Font Regular"/>
              <a:buChar char="–"/>
              <a:tabLst/>
              <a:defRPr/>
            </a:lvl3pPr>
            <a:lvl4pPr marL="515938" indent="-155575">
              <a:buFont typeface="Courier New" panose="02070309020205020404" pitchFamily="49" charset="0"/>
              <a:buChar char="o"/>
              <a:tabLst/>
              <a:defRPr/>
            </a:lvl4pPr>
            <a:lvl5pPr marL="690563" indent="-153988">
              <a:buFont typeface="Arial" panose="020B0604020202020204" pitchFamily="34" charset="0"/>
              <a:buChar char="•"/>
              <a:tabLst/>
              <a:defRPr/>
            </a:lvl5pPr>
          </a:lstStyle>
          <a:p>
            <a:pPr lvl="0"/>
            <a:r>
              <a:rPr lang="en-US"/>
              <a:t>Use Alt + Shift + Right/Left arrow to cycle through your text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7E017D7-FE1A-15C9-DD30-2A28061269D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023202" y="904874"/>
            <a:ext cx="3572875" cy="5305424"/>
          </a:xfrm>
        </p:spPr>
        <p:txBody>
          <a:bodyPr/>
          <a:lstStyle>
            <a:lvl1pPr marL="171450" indent="-171450">
              <a:buFont typeface="Wingdings" pitchFamily="2" charset="2"/>
              <a:buChar char="§"/>
              <a:defRPr>
                <a:solidFill>
                  <a:schemeClr val="bg1"/>
                </a:solidFill>
              </a:defRPr>
            </a:lvl1pPr>
            <a:lvl2pPr marL="171450" indent="-171450">
              <a:buFont typeface="Wingdings" pitchFamily="2" charset="2"/>
              <a:buChar char="§"/>
              <a:defRPr>
                <a:solidFill>
                  <a:schemeClr val="bg1"/>
                </a:solidFill>
              </a:defRPr>
            </a:lvl2pPr>
            <a:lvl3pPr marL="350838" indent="-165100">
              <a:buFont typeface="System Font Regular"/>
              <a:buChar char="–"/>
              <a:tabLst/>
              <a:defRPr>
                <a:solidFill>
                  <a:schemeClr val="bg1"/>
                </a:solidFill>
              </a:defRPr>
            </a:lvl3pPr>
            <a:lvl4pPr marL="515938" indent="-155575">
              <a:buFont typeface="Courier New" panose="02070309020205020404" pitchFamily="49" charset="0"/>
              <a:buChar char="o"/>
              <a:tabLst/>
              <a:defRPr>
                <a:solidFill>
                  <a:schemeClr val="bg1"/>
                </a:solidFill>
              </a:defRPr>
            </a:lvl4pPr>
            <a:lvl5pPr marL="690563" indent="-153988"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Alt + Shift + Right/Left arrow to cycle through your text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B95B88E-E053-368A-5C20-7B44F63276D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95925" y="6309064"/>
            <a:ext cx="2777437" cy="24763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700" b="0" smtClean="0">
                <a:latin typeface="+mn-lt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defTabSz="1043056"/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5071629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ynamic Library_Case Study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F45F45B-2D7B-DC52-936E-6CA0B5970BB2}"/>
              </a:ext>
            </a:extLst>
          </p:cNvPr>
          <p:cNvSpPr>
            <a:spLocks/>
          </p:cNvSpPr>
          <p:nvPr userDrawn="1"/>
        </p:nvSpPr>
        <p:spPr>
          <a:xfrm>
            <a:off x="7643654" y="0"/>
            <a:ext cx="4548346" cy="6858000"/>
          </a:xfrm>
          <a:custGeom>
            <a:avLst/>
            <a:gdLst>
              <a:gd name="connsiteX0" fmla="*/ 0 w 3974995"/>
              <a:gd name="connsiteY0" fmla="*/ 0 h 7404286"/>
              <a:gd name="connsiteX1" fmla="*/ 3974995 w 3974995"/>
              <a:gd name="connsiteY1" fmla="*/ 0 h 7404286"/>
              <a:gd name="connsiteX2" fmla="*/ 3974995 w 3974995"/>
              <a:gd name="connsiteY2" fmla="*/ 7404286 h 7404286"/>
              <a:gd name="connsiteX3" fmla="*/ 0 w 3974995"/>
              <a:gd name="connsiteY3" fmla="*/ 7404286 h 7404286"/>
              <a:gd name="connsiteX4" fmla="*/ 0 w 3974995"/>
              <a:gd name="connsiteY4" fmla="*/ 1157383 h 7404286"/>
              <a:gd name="connsiteX5" fmla="*/ 261474 w 3974995"/>
              <a:gd name="connsiteY5" fmla="*/ 875876 h 7404286"/>
              <a:gd name="connsiteX6" fmla="*/ 0 w 3974995"/>
              <a:gd name="connsiteY6" fmla="*/ 619253 h 7404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74995" h="7404286">
                <a:moveTo>
                  <a:pt x="0" y="0"/>
                </a:moveTo>
                <a:lnTo>
                  <a:pt x="3974995" y="0"/>
                </a:lnTo>
                <a:lnTo>
                  <a:pt x="3974995" y="7404286"/>
                </a:lnTo>
                <a:lnTo>
                  <a:pt x="0" y="7404286"/>
                </a:lnTo>
                <a:lnTo>
                  <a:pt x="0" y="1157383"/>
                </a:lnTo>
                <a:lnTo>
                  <a:pt x="261474" y="875876"/>
                </a:lnTo>
                <a:lnTo>
                  <a:pt x="0" y="619253"/>
                </a:lnTo>
                <a:close/>
              </a:path>
            </a:pathLst>
          </a:cu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104305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21528" algn="l" defTabSz="104305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43056" algn="l" defTabSz="104305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564584" algn="l" defTabSz="104305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86112" algn="l" defTabSz="104305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607640" algn="l" defTabSz="104305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129168" algn="l" defTabSz="104305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650696" algn="l" defTabSz="104305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172224" algn="l" defTabSz="104305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8" algn="ctr">
              <a:spcAft>
                <a:spcPts val="400"/>
              </a:spcAft>
            </a:pPr>
            <a:endParaRPr lang="en-US" sz="1200" err="1">
              <a:solidFill>
                <a:schemeClr val="bg1"/>
              </a:solidFill>
            </a:endParaRP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391E41EB-7C8C-BCFA-79A5-194A5EFDE32C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>
          <a:xfrm>
            <a:off x="8818642" y="6309064"/>
            <a:ext cx="2777437" cy="247634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CONFIDENTIAL: NOT FOR DISTRIBUTION</a:t>
            </a:r>
            <a:endParaRPr lang="en-US" sz="10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BC1B13-BE20-7D6F-78D9-D221205BE21D}"/>
              </a:ext>
            </a:extLst>
          </p:cNvPr>
          <p:cNvCxnSpPr>
            <a:cxnSpLocks/>
          </p:cNvCxnSpPr>
          <p:nvPr userDrawn="1"/>
        </p:nvCxnSpPr>
        <p:spPr>
          <a:xfrm>
            <a:off x="11865940" y="0"/>
            <a:ext cx="0" cy="52285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hlinkClick r:id="" action="ppaction://noaction"/>
            <a:extLst>
              <a:ext uri="{FF2B5EF4-FFF2-40B4-BE49-F238E27FC236}">
                <a16:creationId xmlns:a16="http://schemas.microsoft.com/office/drawing/2014/main" id="{DD75ED04-5FF3-6FBF-38F3-32A37D9EAF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1252060" y="5900564"/>
            <a:ext cx="1204205" cy="119045"/>
          </a:xfrm>
          <a:prstGeom prst="rect">
            <a:avLst/>
          </a:prstGeom>
        </p:spPr>
      </p:pic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0B25B1-BA08-E12E-353E-A44345E9DEE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5925" y="6309064"/>
            <a:ext cx="2777437" cy="24763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700" b="0" smtClean="0">
                <a:latin typeface="+mn-lt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defTabSz="1043056"/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6961856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Single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icture Placeholder 50">
            <a:extLst>
              <a:ext uri="{FF2B5EF4-FFF2-40B4-BE49-F238E27FC236}">
                <a16:creationId xmlns:a16="http://schemas.microsoft.com/office/drawing/2014/main" id="{77DC1588-A041-0DDE-3FC9-04E04E6EAA87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7620000" y="0"/>
            <a:ext cx="4572000" cy="6858000"/>
          </a:xfrm>
          <a:custGeom>
            <a:avLst/>
            <a:gdLst>
              <a:gd name="connsiteX0" fmla="*/ 0 w 4572000"/>
              <a:gd name="connsiteY0" fmla="*/ 0 h 6858000"/>
              <a:gd name="connsiteX1" fmla="*/ 4572000 w 4572000"/>
              <a:gd name="connsiteY1" fmla="*/ 0 h 6858000"/>
              <a:gd name="connsiteX2" fmla="*/ 4572000 w 4572000"/>
              <a:gd name="connsiteY2" fmla="*/ 6858000 h 6858000"/>
              <a:gd name="connsiteX3" fmla="*/ 0 w 4572000"/>
              <a:gd name="connsiteY3" fmla="*/ 6858000 h 6858000"/>
              <a:gd name="connsiteX4" fmla="*/ 0 w 4572000"/>
              <a:gd name="connsiteY4" fmla="*/ 1174789 h 6858000"/>
              <a:gd name="connsiteX5" fmla="*/ 266447 w 4572000"/>
              <a:gd name="connsiteY5" fmla="*/ 870158 h 6858000"/>
              <a:gd name="connsiteX6" fmla="*/ 0 w 4572000"/>
              <a:gd name="connsiteY6" fmla="*/ 5655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72000" h="6858000">
                <a:moveTo>
                  <a:pt x="0" y="0"/>
                </a:moveTo>
                <a:lnTo>
                  <a:pt x="4572000" y="0"/>
                </a:lnTo>
                <a:lnTo>
                  <a:pt x="4572000" y="6858000"/>
                </a:lnTo>
                <a:lnTo>
                  <a:pt x="0" y="6858000"/>
                </a:lnTo>
                <a:lnTo>
                  <a:pt x="0" y="1174789"/>
                </a:lnTo>
                <a:lnTo>
                  <a:pt x="266447" y="870158"/>
                </a:lnTo>
                <a:lnTo>
                  <a:pt x="0" y="565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274320" tIns="91440" rIns="274320">
            <a:noAutofit/>
          </a:bodyPr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insert </a:t>
            </a:r>
            <a:r>
              <a:rPr lang="en-US" err="1"/>
              <a:t>bkgd</a:t>
            </a:r>
            <a:r>
              <a:rPr lang="en-US"/>
              <a:t> image or hit space bar for solid blue box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878B23-6B61-470E-BD2B-5BF8BFABD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5432" y="752981"/>
            <a:ext cx="5598507" cy="321328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391E41EB-7C8C-BCFA-79A5-194A5EFDE32C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>
          <a:xfrm>
            <a:off x="8818642" y="6309064"/>
            <a:ext cx="2777437" cy="247634"/>
          </a:xfrm>
        </p:spPr>
        <p:txBody>
          <a:bodyPr vert="horz" lIns="0" tIns="0" rIns="0" bIns="0" rtlCol="0" anchor="b"/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CONFIDENTIAL: NOT FOR DISTRIBUTION</a:t>
            </a:r>
            <a:endParaRPr lang="en-US" sz="10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BC1B13-BE20-7D6F-78D9-D221205BE21D}"/>
              </a:ext>
            </a:extLst>
          </p:cNvPr>
          <p:cNvCxnSpPr>
            <a:cxnSpLocks/>
          </p:cNvCxnSpPr>
          <p:nvPr userDrawn="1"/>
        </p:nvCxnSpPr>
        <p:spPr>
          <a:xfrm>
            <a:off x="11865940" y="0"/>
            <a:ext cx="0" cy="52285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hlinkClick r:id="" action="ppaction://noaction"/>
            <a:extLst>
              <a:ext uri="{FF2B5EF4-FFF2-40B4-BE49-F238E27FC236}">
                <a16:creationId xmlns:a16="http://schemas.microsoft.com/office/drawing/2014/main" id="{DD75ED04-5FF3-6FBF-38F3-32A37D9EAF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1252060" y="5900564"/>
            <a:ext cx="1204205" cy="119045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AC6F5052-7CEE-1DC9-877C-E95E84EE27B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133843" y="1074309"/>
            <a:ext cx="3462235" cy="2354691"/>
          </a:xfrm>
        </p:spPr>
        <p:txBody>
          <a:bodyPr/>
          <a:lstStyle>
            <a:lvl1pPr marL="171450" indent="-171450">
              <a:buFont typeface="Wingdings" pitchFamily="2" charset="2"/>
              <a:buChar char="§"/>
              <a:defRPr sz="1000">
                <a:solidFill>
                  <a:schemeClr val="bg1"/>
                </a:solidFill>
              </a:defRPr>
            </a:lvl1pPr>
            <a:lvl2pPr marL="171450" indent="-171450">
              <a:buFont typeface="Wingdings" pitchFamily="2" charset="2"/>
              <a:buChar char="§"/>
              <a:defRPr sz="1000">
                <a:solidFill>
                  <a:schemeClr val="bg1"/>
                </a:solidFill>
              </a:defRPr>
            </a:lvl2pPr>
            <a:lvl3pPr marL="350838" indent="-165100">
              <a:buFont typeface="System Font Regular"/>
              <a:buChar char="–"/>
              <a:tabLst/>
              <a:defRPr sz="1000">
                <a:solidFill>
                  <a:schemeClr val="bg1"/>
                </a:solidFill>
              </a:defRPr>
            </a:lvl3pPr>
            <a:lvl4pPr marL="515938" indent="-165100">
              <a:buFont typeface="Courier New" panose="02070309020205020404" pitchFamily="49" charset="0"/>
              <a:buChar char="o"/>
              <a:tabLst/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Alt + Shift + Right/Left arrow to cycle through your text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A021262-3674-8F71-664E-5D33FE03F73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133843" y="813691"/>
            <a:ext cx="3462235" cy="241017"/>
          </a:xfrm>
        </p:spPr>
        <p:txBody>
          <a:bodyPr/>
          <a:lstStyle>
            <a:lvl1pPr>
              <a:defRPr spc="244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95DA9A85-30FB-8413-B99E-AB2C26FB545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133843" y="5766747"/>
            <a:ext cx="3462235" cy="241017"/>
          </a:xfrm>
        </p:spPr>
        <p:txBody>
          <a:bodyPr/>
          <a:lstStyle>
            <a:lvl1pPr algn="ctr">
              <a:defRPr spc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IMPACT STAT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EB4B3AD-CEE8-CB51-62D6-B5F9085C2885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133843" y="5063362"/>
            <a:ext cx="3462235" cy="703385"/>
          </a:xfrm>
        </p:spPr>
        <p:txBody>
          <a:bodyPr/>
          <a:lstStyle>
            <a:lvl1pPr algn="ctr">
              <a:defRPr sz="4000" b="0" i="1" spc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$XX%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F91EED39-7D59-9BB5-353C-BE3B2D010F2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133843" y="4585219"/>
            <a:ext cx="3462235" cy="241017"/>
          </a:xfrm>
        </p:spPr>
        <p:txBody>
          <a:bodyPr/>
          <a:lstStyle>
            <a:lvl1pPr algn="ctr">
              <a:defRPr spc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IMPACT STAT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2D8000E8-7561-C097-CD7C-CFA42871AE22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133843" y="3881834"/>
            <a:ext cx="3462235" cy="703385"/>
          </a:xfrm>
        </p:spPr>
        <p:txBody>
          <a:bodyPr/>
          <a:lstStyle>
            <a:lvl1pPr algn="ctr">
              <a:defRPr sz="4000" b="0" i="1" spc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$XX%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DC8FDDFE-99FB-B681-084C-DA5428B94F4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5924" y="1684795"/>
            <a:ext cx="6698018" cy="2011680"/>
          </a:xfrm>
        </p:spPr>
        <p:txBody>
          <a:bodyPr/>
          <a:lstStyle>
            <a:lvl1pPr marL="171450" indent="-171450">
              <a:buFont typeface="Wingdings" pitchFamily="2" charset="2"/>
              <a:buChar char="§"/>
              <a:defRPr sz="1000" b="0">
                <a:solidFill>
                  <a:schemeClr val="accent1"/>
                </a:solidFill>
              </a:defRPr>
            </a:lvl1pPr>
            <a:lvl2pPr marL="171450" indent="-171450">
              <a:buFont typeface="Wingdings" pitchFamily="2" charset="2"/>
              <a:buChar char="§"/>
              <a:defRPr sz="1000" b="0">
                <a:solidFill>
                  <a:schemeClr val="accent1"/>
                </a:solidFill>
              </a:defRPr>
            </a:lvl2pPr>
            <a:lvl3pPr marL="350838" indent="-176213">
              <a:buFont typeface="System Font Regular"/>
              <a:buChar char="–"/>
              <a:tabLst/>
              <a:defRPr sz="1000" b="0">
                <a:solidFill>
                  <a:schemeClr val="accent1"/>
                </a:solidFill>
              </a:defRPr>
            </a:lvl3pPr>
            <a:lvl4pPr marL="515938" indent="-165100">
              <a:buFont typeface="Courier New" panose="02070309020205020404" pitchFamily="49" charset="0"/>
              <a:buChar char="o"/>
              <a:tabLst/>
              <a:defRPr sz="1000" b="0">
                <a:solidFill>
                  <a:schemeClr val="accent1"/>
                </a:solidFill>
              </a:defRPr>
            </a:lvl4pPr>
            <a:lvl5pPr>
              <a:defRPr sz="10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Use Alt + Shift + Right/Left arrow to cycle through your text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6A77F5A6-1728-F62A-2ADE-5F1C93C04D3D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595924" y="229736"/>
            <a:ext cx="1011813" cy="824973"/>
          </a:xfrm>
          <a:noFill/>
        </p:spPr>
        <p:txBody>
          <a:bodyPr lIns="72000" tIns="72000" rIns="72000" bIns="72000" anchor="ctr">
            <a:noAutofit/>
          </a:bodyPr>
          <a:lstStyle>
            <a:lvl1pPr algn="ctr">
              <a:defRPr sz="975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ICON / LOGO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BA52051A-4FF2-A51A-9C93-6872F0D3132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95924" y="1424179"/>
            <a:ext cx="6698018" cy="241017"/>
          </a:xfrm>
        </p:spPr>
        <p:txBody>
          <a:bodyPr/>
          <a:lstStyle>
            <a:lvl1pPr>
              <a:defRPr spc="244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B33AC0E6-8919-CD54-3026-E2CDF5A3BE3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5924" y="3817631"/>
            <a:ext cx="6698018" cy="241017"/>
          </a:xfrm>
        </p:spPr>
        <p:txBody>
          <a:bodyPr/>
          <a:lstStyle>
            <a:lvl1pPr>
              <a:defRPr spc="244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C7A6415F-0A4A-A383-A1EE-A0824D9CE534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95924" y="4103614"/>
            <a:ext cx="6698018" cy="2011680"/>
          </a:xfrm>
        </p:spPr>
        <p:txBody>
          <a:bodyPr/>
          <a:lstStyle>
            <a:lvl1pPr marL="171450" indent="-171450">
              <a:buFont typeface="Wingdings" pitchFamily="2" charset="2"/>
              <a:buChar char="§"/>
              <a:defRPr sz="1000" b="0">
                <a:solidFill>
                  <a:schemeClr val="accent1"/>
                </a:solidFill>
              </a:defRPr>
            </a:lvl1pPr>
            <a:lvl2pPr marL="171450" indent="-171450">
              <a:buFont typeface="Wingdings" pitchFamily="2" charset="2"/>
              <a:buChar char="§"/>
              <a:defRPr sz="1000" b="0">
                <a:solidFill>
                  <a:schemeClr val="accent1"/>
                </a:solidFill>
              </a:defRPr>
            </a:lvl2pPr>
            <a:lvl3pPr marL="350838" indent="-176213">
              <a:buFont typeface="System Font Regular"/>
              <a:buChar char="–"/>
              <a:tabLst/>
              <a:defRPr sz="1000" b="0">
                <a:solidFill>
                  <a:schemeClr val="accent1"/>
                </a:solidFill>
              </a:defRPr>
            </a:lvl3pPr>
            <a:lvl4pPr marL="515938" indent="-165100">
              <a:buFont typeface="Courier New" panose="02070309020205020404" pitchFamily="49" charset="0"/>
              <a:buChar char="o"/>
              <a:tabLst/>
              <a:defRPr sz="1000" b="0">
                <a:solidFill>
                  <a:schemeClr val="accent1"/>
                </a:solidFill>
              </a:defRPr>
            </a:lvl4pPr>
            <a:lvl5pPr>
              <a:defRPr sz="10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Use Alt + Shift + Right/Left arrow to cycle through your text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Text Placeholder 52">
            <a:extLst>
              <a:ext uri="{FF2B5EF4-FFF2-40B4-BE49-F238E27FC236}">
                <a16:creationId xmlns:a16="http://schemas.microsoft.com/office/drawing/2014/main" id="{25212483-ECD0-3FDC-F217-A31BD7A44593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695433" y="229736"/>
            <a:ext cx="5598508" cy="342423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900" b="1" i="0" kern="800" cap="all" spc="251" baseline="0">
                <a:solidFill>
                  <a:schemeClr val="accent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SERVICE LINE / INDUSTRY / SUBTITLE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C12A10BD-F163-6696-5692-48E285963B6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5925" y="6309064"/>
            <a:ext cx="2777437" cy="24763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700" b="0" smtClean="0">
                <a:latin typeface="+mn-lt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defTabSz="1043056"/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1537804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Single - Alternate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icture Placeholder 50">
            <a:extLst>
              <a:ext uri="{FF2B5EF4-FFF2-40B4-BE49-F238E27FC236}">
                <a16:creationId xmlns:a16="http://schemas.microsoft.com/office/drawing/2014/main" id="{77DC1588-A041-0DDE-3FC9-04E04E6EAA87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7620000" y="0"/>
            <a:ext cx="4572000" cy="6858000"/>
          </a:xfrm>
          <a:custGeom>
            <a:avLst/>
            <a:gdLst>
              <a:gd name="connsiteX0" fmla="*/ 0 w 4572000"/>
              <a:gd name="connsiteY0" fmla="*/ 0 h 6858000"/>
              <a:gd name="connsiteX1" fmla="*/ 4572000 w 4572000"/>
              <a:gd name="connsiteY1" fmla="*/ 0 h 6858000"/>
              <a:gd name="connsiteX2" fmla="*/ 4572000 w 4572000"/>
              <a:gd name="connsiteY2" fmla="*/ 6858000 h 6858000"/>
              <a:gd name="connsiteX3" fmla="*/ 0 w 4572000"/>
              <a:gd name="connsiteY3" fmla="*/ 6858000 h 6858000"/>
              <a:gd name="connsiteX4" fmla="*/ 0 w 4572000"/>
              <a:gd name="connsiteY4" fmla="*/ 1174789 h 6858000"/>
              <a:gd name="connsiteX5" fmla="*/ 266447 w 4572000"/>
              <a:gd name="connsiteY5" fmla="*/ 870158 h 6858000"/>
              <a:gd name="connsiteX6" fmla="*/ 0 w 4572000"/>
              <a:gd name="connsiteY6" fmla="*/ 5655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72000" h="6858000">
                <a:moveTo>
                  <a:pt x="0" y="0"/>
                </a:moveTo>
                <a:lnTo>
                  <a:pt x="4572000" y="0"/>
                </a:lnTo>
                <a:lnTo>
                  <a:pt x="4572000" y="6858000"/>
                </a:lnTo>
                <a:lnTo>
                  <a:pt x="0" y="6858000"/>
                </a:lnTo>
                <a:lnTo>
                  <a:pt x="0" y="1174789"/>
                </a:lnTo>
                <a:lnTo>
                  <a:pt x="266447" y="870158"/>
                </a:lnTo>
                <a:lnTo>
                  <a:pt x="0" y="565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274320" tIns="91440" rIns="274320">
            <a:noAutofit/>
          </a:bodyPr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insert </a:t>
            </a:r>
            <a:r>
              <a:rPr lang="en-US" err="1"/>
              <a:t>bkgd</a:t>
            </a:r>
            <a:r>
              <a:rPr lang="en-US"/>
              <a:t> image or hit space bar for solid blue box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2928797" y="1074308"/>
            <a:ext cx="4398436" cy="2194560"/>
          </a:xfrm>
        </p:spPr>
        <p:txBody>
          <a:bodyPr/>
          <a:lstStyle>
            <a:lvl1pPr marL="171450" indent="-171450">
              <a:buFont typeface="Wingdings" pitchFamily="2" charset="2"/>
              <a:buChar char="§"/>
              <a:defRPr sz="1000" b="0">
                <a:solidFill>
                  <a:schemeClr val="accent1"/>
                </a:solidFill>
              </a:defRPr>
            </a:lvl1pPr>
            <a:lvl2pPr marL="171450" indent="-171450">
              <a:buFont typeface="Wingdings" pitchFamily="2" charset="2"/>
              <a:buChar char="§"/>
              <a:defRPr sz="1000" b="0">
                <a:solidFill>
                  <a:schemeClr val="accent1"/>
                </a:solidFill>
              </a:defRPr>
            </a:lvl2pPr>
            <a:lvl3pPr marL="350838" indent="-176213">
              <a:buFont typeface="System Font Regular"/>
              <a:buChar char="–"/>
              <a:tabLst/>
              <a:defRPr sz="1000" b="0">
                <a:solidFill>
                  <a:schemeClr val="accent1"/>
                </a:solidFill>
              </a:defRPr>
            </a:lvl3pPr>
            <a:lvl4pPr marL="515938" indent="-165100">
              <a:buFont typeface="Courier New" panose="02070309020205020404" pitchFamily="49" charset="0"/>
              <a:buChar char="o"/>
              <a:tabLst/>
              <a:defRPr sz="1000" b="0">
                <a:solidFill>
                  <a:schemeClr val="accent1"/>
                </a:solidFill>
              </a:defRPr>
            </a:lvl4pPr>
            <a:lvl5pPr>
              <a:defRPr sz="10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Use Alt + Shift + Right/Left arrow to cycle through your text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878B23-6B61-470E-BD2B-5BF8BFABD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924" y="2968284"/>
            <a:ext cx="1859362" cy="968805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7" name="Text Placeholder 52">
            <a:extLst>
              <a:ext uri="{FF2B5EF4-FFF2-40B4-BE49-F238E27FC236}">
                <a16:creationId xmlns:a16="http://schemas.microsoft.com/office/drawing/2014/main" id="{6C21F7D1-B6D2-8629-01CB-6A6B1A97990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95924" y="3991678"/>
            <a:ext cx="1859362" cy="397633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900" b="1" i="0" kern="800" cap="all" spc="203" baseline="0">
                <a:solidFill>
                  <a:schemeClr val="accent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SERVICE LINE / INDUSTRY / SUBTITLE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37D12213-E264-D617-8E82-66814E926D26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595924" y="2034005"/>
            <a:ext cx="1125415" cy="914400"/>
          </a:xfrm>
          <a:noFill/>
        </p:spPr>
        <p:txBody>
          <a:bodyPr lIns="72000" tIns="72000" rIns="72000" bIns="72000" anchor="ctr">
            <a:noAutofit/>
          </a:bodyPr>
          <a:lstStyle>
            <a:lvl1pPr algn="ctr">
              <a:defRPr sz="975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ICON / LOGO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CB6DBF00-CEFE-3F68-989F-37F3D0054DC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928797" y="813691"/>
            <a:ext cx="4398436" cy="241017"/>
          </a:xfrm>
        </p:spPr>
        <p:txBody>
          <a:bodyPr/>
          <a:lstStyle>
            <a:lvl1pPr>
              <a:defRPr cap="all" spc="244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0E2241B6-FA19-158E-065D-025647D9B4E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928797" y="3627231"/>
            <a:ext cx="4398436" cy="241017"/>
          </a:xfrm>
        </p:spPr>
        <p:txBody>
          <a:bodyPr/>
          <a:lstStyle>
            <a:lvl1pPr>
              <a:defRPr cap="all" spc="244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391E41EB-7C8C-BCFA-79A5-194A5EFDE32C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>
          <a:xfrm>
            <a:off x="8818642" y="6309064"/>
            <a:ext cx="2777437" cy="247634"/>
          </a:xfrm>
        </p:spPr>
        <p:txBody>
          <a:bodyPr vert="horz" lIns="0" tIns="0" rIns="0" bIns="0" rtlCol="0" anchor="b"/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CONFIDENTIAL: NOT FOR DISTRIBUTION</a:t>
            </a:r>
            <a:endParaRPr lang="en-US" sz="10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BC1B13-BE20-7D6F-78D9-D221205BE21D}"/>
              </a:ext>
            </a:extLst>
          </p:cNvPr>
          <p:cNvCxnSpPr>
            <a:cxnSpLocks/>
          </p:cNvCxnSpPr>
          <p:nvPr userDrawn="1"/>
        </p:nvCxnSpPr>
        <p:spPr>
          <a:xfrm>
            <a:off x="11865940" y="0"/>
            <a:ext cx="0" cy="52285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hlinkClick r:id="" action="ppaction://noaction"/>
            <a:extLst>
              <a:ext uri="{FF2B5EF4-FFF2-40B4-BE49-F238E27FC236}">
                <a16:creationId xmlns:a16="http://schemas.microsoft.com/office/drawing/2014/main" id="{DD75ED04-5FF3-6FBF-38F3-32A37D9EAF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1252060" y="5900564"/>
            <a:ext cx="1204205" cy="119045"/>
          </a:xfrm>
          <a:prstGeom prst="rect">
            <a:avLst/>
          </a:prstGeom>
        </p:spPr>
      </p:pic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A3AAE8D3-3F58-E0C7-BC98-3BC339A94D67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928797" y="3913214"/>
            <a:ext cx="4398436" cy="2194560"/>
          </a:xfrm>
        </p:spPr>
        <p:txBody>
          <a:bodyPr/>
          <a:lstStyle>
            <a:lvl1pPr marL="171450" indent="-171450">
              <a:buFont typeface="Wingdings" pitchFamily="2" charset="2"/>
              <a:buChar char="§"/>
              <a:defRPr sz="1000" b="0">
                <a:solidFill>
                  <a:schemeClr val="accent1"/>
                </a:solidFill>
              </a:defRPr>
            </a:lvl1pPr>
            <a:lvl2pPr marL="171450" indent="-171450">
              <a:buFont typeface="Wingdings" pitchFamily="2" charset="2"/>
              <a:buChar char="§"/>
              <a:defRPr sz="1000" b="0">
                <a:solidFill>
                  <a:schemeClr val="accent1"/>
                </a:solidFill>
              </a:defRPr>
            </a:lvl2pPr>
            <a:lvl3pPr marL="350838" indent="-176213">
              <a:buFont typeface="System Font Regular"/>
              <a:buChar char="–"/>
              <a:tabLst/>
              <a:defRPr sz="1000" b="0">
                <a:solidFill>
                  <a:schemeClr val="accent1"/>
                </a:solidFill>
              </a:defRPr>
            </a:lvl3pPr>
            <a:lvl4pPr marL="515938" indent="-165100">
              <a:buFont typeface="Courier New" panose="02070309020205020404" pitchFamily="49" charset="0"/>
              <a:buChar char="o"/>
              <a:tabLst/>
              <a:defRPr sz="1000" b="0">
                <a:solidFill>
                  <a:schemeClr val="accent1"/>
                </a:solidFill>
              </a:defRPr>
            </a:lvl4pPr>
            <a:lvl5pPr>
              <a:defRPr sz="10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Use Alt + Shift + Right/Left arrow to cycle through your text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AC6F5052-7CEE-1DC9-877C-E95E84EE27B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133843" y="1074309"/>
            <a:ext cx="3462235" cy="2354691"/>
          </a:xfrm>
        </p:spPr>
        <p:txBody>
          <a:bodyPr/>
          <a:lstStyle>
            <a:lvl1pPr marL="171450" indent="-171450">
              <a:buFont typeface="Wingdings" pitchFamily="2" charset="2"/>
              <a:buChar char="§"/>
              <a:defRPr sz="1000">
                <a:solidFill>
                  <a:schemeClr val="bg1"/>
                </a:solidFill>
              </a:defRPr>
            </a:lvl1pPr>
            <a:lvl2pPr marL="171450" indent="-171450">
              <a:buFont typeface="Wingdings" pitchFamily="2" charset="2"/>
              <a:buChar char="§"/>
              <a:defRPr sz="1000">
                <a:solidFill>
                  <a:schemeClr val="bg1"/>
                </a:solidFill>
              </a:defRPr>
            </a:lvl2pPr>
            <a:lvl3pPr marL="350838" indent="-165100">
              <a:buFont typeface="System Font Regular"/>
              <a:buChar char="–"/>
              <a:tabLst/>
              <a:defRPr sz="1000">
                <a:solidFill>
                  <a:schemeClr val="bg1"/>
                </a:solidFill>
              </a:defRPr>
            </a:lvl3pPr>
            <a:lvl4pPr marL="515938" indent="-165100">
              <a:buFont typeface="Courier New" panose="02070309020205020404" pitchFamily="49" charset="0"/>
              <a:buChar char="o"/>
              <a:tabLst/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Alt + Shift + Right/Left arrow to cycle through your text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A021262-3674-8F71-664E-5D33FE03F73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133843" y="813691"/>
            <a:ext cx="3462235" cy="241017"/>
          </a:xfrm>
        </p:spPr>
        <p:txBody>
          <a:bodyPr/>
          <a:lstStyle>
            <a:lvl1pPr>
              <a:defRPr spc="244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95DA9A85-30FB-8413-B99E-AB2C26FB545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133843" y="5766747"/>
            <a:ext cx="3462235" cy="241017"/>
          </a:xfrm>
        </p:spPr>
        <p:txBody>
          <a:bodyPr/>
          <a:lstStyle>
            <a:lvl1pPr algn="ctr">
              <a:defRPr spc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IMPACT STAT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EB4B3AD-CEE8-CB51-62D6-B5F9085C2885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133843" y="5063362"/>
            <a:ext cx="3462235" cy="703385"/>
          </a:xfrm>
        </p:spPr>
        <p:txBody>
          <a:bodyPr/>
          <a:lstStyle>
            <a:lvl1pPr algn="ctr">
              <a:defRPr sz="4000" b="0" i="1" spc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$XX%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F91EED39-7D59-9BB5-353C-BE3B2D010F2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133843" y="4585219"/>
            <a:ext cx="3462235" cy="241017"/>
          </a:xfrm>
        </p:spPr>
        <p:txBody>
          <a:bodyPr/>
          <a:lstStyle>
            <a:lvl1pPr algn="ctr">
              <a:defRPr spc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IMPACT STAT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2D8000E8-7561-C097-CD7C-CFA42871AE22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133843" y="3881834"/>
            <a:ext cx="3462235" cy="703385"/>
          </a:xfrm>
        </p:spPr>
        <p:txBody>
          <a:bodyPr/>
          <a:lstStyle>
            <a:lvl1pPr algn="ctr">
              <a:defRPr sz="4000" b="0" i="1" spc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$XX%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6FADC932-F88A-9EFF-18E7-21514A0B579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5925" y="6309064"/>
            <a:ext cx="2777437" cy="24763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700" b="0" smtClean="0">
                <a:latin typeface="+mn-lt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defTabSz="1043056"/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0500333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ies 3-Up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5E87ED80-C2DC-15B5-0296-A4794C17A1CB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768162" y="1477300"/>
            <a:ext cx="3383280" cy="4668669"/>
          </a:xfrm>
          <a:solidFill>
            <a:schemeClr val="accent1"/>
          </a:solidFill>
        </p:spPr>
        <p:txBody>
          <a:bodyPr lIns="72000" tIns="72000" rIns="72000" bIns="72000">
            <a:noAutofit/>
          </a:bodyPr>
          <a:lstStyle>
            <a:lvl1pPr algn="ctr"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insert </a:t>
            </a:r>
            <a:r>
              <a:rPr lang="en-US" err="1"/>
              <a:t>bkgd</a:t>
            </a:r>
            <a:r>
              <a:rPr lang="en-US"/>
              <a:t> image or hit space bar for solid blue box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D7BE4F4E-8916-50C2-9FDA-D624439940FB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4395682" y="1477300"/>
            <a:ext cx="3383280" cy="4668669"/>
          </a:xfrm>
          <a:solidFill>
            <a:schemeClr val="accent1"/>
          </a:solidFill>
        </p:spPr>
        <p:txBody>
          <a:bodyPr lIns="72000" tIns="72000" rIns="72000" bIns="72000">
            <a:noAutofit/>
          </a:bodyPr>
          <a:lstStyle>
            <a:lvl1pPr algn="ctr"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insert </a:t>
            </a:r>
            <a:r>
              <a:rPr lang="en-US" err="1"/>
              <a:t>bkgd</a:t>
            </a:r>
            <a:r>
              <a:rPr lang="en-US"/>
              <a:t> image or hit space bar for solid blue box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4571FDBE-B5F1-4BD3-8055-0B7C659DA25A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8023203" y="1477300"/>
            <a:ext cx="3383280" cy="4668669"/>
          </a:xfrm>
          <a:solidFill>
            <a:schemeClr val="accent1"/>
          </a:solidFill>
        </p:spPr>
        <p:txBody>
          <a:bodyPr lIns="72000" tIns="72000" rIns="72000" bIns="72000">
            <a:noAutofit/>
          </a:bodyPr>
          <a:lstStyle>
            <a:lvl1pPr algn="ctr"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insert </a:t>
            </a:r>
            <a:r>
              <a:rPr lang="en-US" err="1"/>
              <a:t>bkgd</a:t>
            </a:r>
            <a:r>
              <a:rPr lang="en-US"/>
              <a:t> image or hit space bar for solid blue box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FEF68979-2E1E-6D49-2F3F-6CE840010AD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39735" y="5017902"/>
            <a:ext cx="2743200" cy="703385"/>
          </a:xfrm>
        </p:spPr>
        <p:txBody>
          <a:bodyPr/>
          <a:lstStyle>
            <a:lvl1pPr algn="ctr">
              <a:defRPr sz="3600" b="0" i="1" spc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$XX%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05AA54B0-2268-868F-B95B-F0C5BEE4F6C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710272" y="5721287"/>
            <a:ext cx="2743200" cy="241017"/>
          </a:xfrm>
        </p:spPr>
        <p:txBody>
          <a:bodyPr/>
          <a:lstStyle>
            <a:lvl1pPr algn="ctr">
              <a:defRPr spc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IMPACT STAT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98B6F3C4-A7E8-D4DB-A1BD-223C3838EBDF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710272" y="5017902"/>
            <a:ext cx="2743200" cy="703385"/>
          </a:xfrm>
        </p:spPr>
        <p:txBody>
          <a:bodyPr/>
          <a:lstStyle>
            <a:lvl1pPr algn="ctr">
              <a:defRPr sz="3600" b="0" i="1" spc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$XX%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1856C9C6-19C6-6685-BC10-A35C42AC420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94875" y="5721287"/>
            <a:ext cx="2743200" cy="241017"/>
          </a:xfrm>
        </p:spPr>
        <p:txBody>
          <a:bodyPr/>
          <a:lstStyle>
            <a:lvl1pPr algn="ctr">
              <a:defRPr spc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IMPACT STAT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19F547DB-EB43-EA17-AA22-E22D4987AB0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094875" y="5017902"/>
            <a:ext cx="2743200" cy="703385"/>
          </a:xfrm>
        </p:spPr>
        <p:txBody>
          <a:bodyPr/>
          <a:lstStyle>
            <a:lvl1pPr algn="ctr">
              <a:defRPr sz="3600" b="0" i="1" spc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$XX%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2E52DF44-3AA7-9DE8-6B3E-9552D23A47A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249171" y="3494072"/>
            <a:ext cx="2948713" cy="1312027"/>
          </a:xfrm>
        </p:spPr>
        <p:txBody>
          <a:bodyPr/>
          <a:lstStyle>
            <a:lvl1pPr>
              <a:defRPr sz="900" b="0">
                <a:solidFill>
                  <a:schemeClr val="bg1"/>
                </a:solidFill>
              </a:defRPr>
            </a:lvl1pPr>
            <a:lvl2pPr>
              <a:defRPr sz="813">
                <a:solidFill>
                  <a:schemeClr val="bg1"/>
                </a:solidFill>
              </a:defRPr>
            </a:lvl2pPr>
            <a:lvl3pPr>
              <a:defRPr sz="813">
                <a:solidFill>
                  <a:schemeClr val="bg1"/>
                </a:solidFill>
              </a:defRPr>
            </a:lvl3pPr>
            <a:lvl4pPr>
              <a:defRPr sz="813">
                <a:solidFill>
                  <a:schemeClr val="bg1"/>
                </a:solidFill>
              </a:defRPr>
            </a:lvl4pPr>
            <a:lvl5pPr>
              <a:defRPr sz="81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Brief description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69E2D7F3-DBBC-C376-6C13-CF075628B86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49171" y="2600422"/>
            <a:ext cx="2948713" cy="241017"/>
          </a:xfrm>
        </p:spPr>
        <p:txBody>
          <a:bodyPr anchor="b"/>
          <a:lstStyle>
            <a:lvl1pPr>
              <a:defRPr sz="900" b="0" spc="244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INDUSTRY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60E53009-947B-FEB9-3EBD-E0E64DF9641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249171" y="2895844"/>
            <a:ext cx="2948713" cy="543825"/>
          </a:xfrm>
        </p:spPr>
        <p:txBody>
          <a:bodyPr/>
          <a:lstStyle>
            <a:lvl1pPr>
              <a:defRPr sz="1400" b="1" spc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Company Name / Description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0C14C54C-422C-82FF-F73C-029B2ECCE3A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633774" y="3494072"/>
            <a:ext cx="2948713" cy="1312027"/>
          </a:xfrm>
        </p:spPr>
        <p:txBody>
          <a:bodyPr/>
          <a:lstStyle>
            <a:lvl1pPr>
              <a:defRPr sz="900" b="0">
                <a:solidFill>
                  <a:schemeClr val="bg1"/>
                </a:solidFill>
              </a:defRPr>
            </a:lvl1pPr>
            <a:lvl2pPr>
              <a:defRPr sz="813">
                <a:solidFill>
                  <a:schemeClr val="bg1"/>
                </a:solidFill>
              </a:defRPr>
            </a:lvl2pPr>
            <a:lvl3pPr>
              <a:defRPr sz="813">
                <a:solidFill>
                  <a:schemeClr val="bg1"/>
                </a:solidFill>
              </a:defRPr>
            </a:lvl3pPr>
            <a:lvl4pPr>
              <a:defRPr sz="813">
                <a:solidFill>
                  <a:schemeClr val="bg1"/>
                </a:solidFill>
              </a:defRPr>
            </a:lvl4pPr>
            <a:lvl5pPr>
              <a:defRPr sz="81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Brief description</a:t>
            </a:r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778CEB0C-8DA1-DEE7-0F7A-1FB499377D0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633774" y="2600422"/>
            <a:ext cx="2948713" cy="241017"/>
          </a:xfrm>
        </p:spPr>
        <p:txBody>
          <a:bodyPr anchor="b"/>
          <a:lstStyle>
            <a:lvl1pPr>
              <a:defRPr sz="900" b="0" spc="244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INDUSTRY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1F0A902E-27B0-48E4-0914-E67137E5967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633774" y="2895844"/>
            <a:ext cx="2948713" cy="543825"/>
          </a:xfrm>
        </p:spPr>
        <p:txBody>
          <a:bodyPr/>
          <a:lstStyle>
            <a:lvl1pPr>
              <a:defRPr sz="1400" b="1" spc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Company Name / Description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D94C5C5D-3F29-97F5-F4EB-C8FF24F9C50F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90242" y="3494072"/>
            <a:ext cx="2948713" cy="1312027"/>
          </a:xfrm>
        </p:spPr>
        <p:txBody>
          <a:bodyPr/>
          <a:lstStyle>
            <a:lvl1pPr>
              <a:defRPr sz="900" b="0">
                <a:solidFill>
                  <a:schemeClr val="bg1"/>
                </a:solidFill>
              </a:defRPr>
            </a:lvl1pPr>
            <a:lvl2pPr>
              <a:defRPr sz="813">
                <a:solidFill>
                  <a:schemeClr val="bg1"/>
                </a:solidFill>
              </a:defRPr>
            </a:lvl2pPr>
            <a:lvl3pPr>
              <a:defRPr sz="813">
                <a:solidFill>
                  <a:schemeClr val="bg1"/>
                </a:solidFill>
              </a:defRPr>
            </a:lvl3pPr>
            <a:lvl4pPr>
              <a:defRPr sz="813">
                <a:solidFill>
                  <a:schemeClr val="bg1"/>
                </a:solidFill>
              </a:defRPr>
            </a:lvl4pPr>
            <a:lvl5pPr>
              <a:defRPr sz="81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Brief description</a:t>
            </a:r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DF850EB6-D0F6-CC74-F2A7-99A3AD20F468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990242" y="2600422"/>
            <a:ext cx="2948713" cy="241017"/>
          </a:xfrm>
        </p:spPr>
        <p:txBody>
          <a:bodyPr anchor="b"/>
          <a:lstStyle>
            <a:lvl1pPr>
              <a:defRPr sz="900" b="0" spc="244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INDUSTRY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AD5F4669-1392-33C7-4A3A-35F32E619B1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90242" y="2895844"/>
            <a:ext cx="2948713" cy="543825"/>
          </a:xfrm>
        </p:spPr>
        <p:txBody>
          <a:bodyPr/>
          <a:lstStyle>
            <a:lvl1pPr>
              <a:defRPr sz="1400" b="1" spc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Company Name / Description</a:t>
            </a: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D72CD45E-131F-D60A-9787-52497C45A53A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990243" y="1795040"/>
            <a:ext cx="900332" cy="731520"/>
          </a:xfrm>
          <a:noFill/>
        </p:spPr>
        <p:txBody>
          <a:bodyPr lIns="72000" tIns="72000" rIns="72000" bIns="72000" anchor="ctr">
            <a:noAutofit/>
          </a:bodyPr>
          <a:lstStyle>
            <a:lvl1pPr algn="ctr">
              <a:defRPr sz="813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ICON / LOGO</a:t>
            </a: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91159AA9-16A5-3AD3-65AE-73A933CFFBE1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4633776" y="1795040"/>
            <a:ext cx="900332" cy="731520"/>
          </a:xfrm>
          <a:noFill/>
        </p:spPr>
        <p:txBody>
          <a:bodyPr lIns="72000" tIns="72000" rIns="72000" bIns="72000" anchor="ctr">
            <a:noAutofit/>
          </a:bodyPr>
          <a:lstStyle>
            <a:lvl1pPr algn="ctr">
              <a:defRPr sz="813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ICON / LOGO</a:t>
            </a:r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69E7B2FE-A1F9-93E8-3BE6-4D82AF6262AE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8249173" y="1795040"/>
            <a:ext cx="900332" cy="731520"/>
          </a:xfrm>
          <a:noFill/>
        </p:spPr>
        <p:txBody>
          <a:bodyPr lIns="72000" tIns="72000" rIns="72000" bIns="72000" anchor="ctr">
            <a:noAutofit/>
          </a:bodyPr>
          <a:lstStyle>
            <a:lvl1pPr algn="ctr">
              <a:defRPr sz="813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ICON / LOGO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2DBC47-E0C9-2167-7DC2-3A6B8C27A4F6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>
          <a:xfrm>
            <a:off x="8818642" y="6309064"/>
            <a:ext cx="2777437" cy="247634"/>
          </a:xfrm>
        </p:spPr>
        <p:txBody>
          <a:bodyPr vert="horz" lIns="0" tIns="0" rIns="0" bIns="0" rtlCol="0" anchor="b"/>
          <a:lstStyle>
            <a:lvl1pPr>
              <a:defRPr lang="en-US" dirty="0"/>
            </a:lvl1pPr>
          </a:lstStyle>
          <a:p>
            <a:pPr algn="r"/>
            <a:r>
              <a:rPr lang="en-US"/>
              <a:t>CONFIDENTIAL: NOT FOR DISTRIBUTION</a:t>
            </a:r>
            <a:endParaRPr lang="en-US" sz="1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6C4025E-16A6-412D-3E32-F6E7193E4D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924" y="555315"/>
            <a:ext cx="11000153" cy="544022"/>
          </a:xfrm>
        </p:spPr>
        <p:txBody>
          <a:bodyPr anchor="ctr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52">
            <a:extLst>
              <a:ext uri="{FF2B5EF4-FFF2-40B4-BE49-F238E27FC236}">
                <a16:creationId xmlns:a16="http://schemas.microsoft.com/office/drawing/2014/main" id="{37CA1451-7B60-0B77-803A-CE575A485DB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95924" y="116721"/>
            <a:ext cx="11000153" cy="342423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900" b="1" i="0" kern="800" cap="all" spc="251" baseline="0">
                <a:solidFill>
                  <a:schemeClr val="accent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11" name="Text Placeholder 52">
            <a:extLst>
              <a:ext uri="{FF2B5EF4-FFF2-40B4-BE49-F238E27FC236}">
                <a16:creationId xmlns:a16="http://schemas.microsoft.com/office/drawing/2014/main" id="{E13BF335-AE3B-7661-199D-DEF6D286306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95925" y="1195508"/>
            <a:ext cx="11000146" cy="342423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100" b="0" i="0" kern="800" spc="0" baseline="0">
                <a:solidFill>
                  <a:schemeClr val="accent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Subtitle or key takeaway goes here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4C57FBE1-617C-F99A-7D43-5B71EC9BD4E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8339735" y="5721287"/>
            <a:ext cx="2743200" cy="241017"/>
          </a:xfrm>
        </p:spPr>
        <p:txBody>
          <a:bodyPr/>
          <a:lstStyle>
            <a:lvl1pPr algn="ctr">
              <a:defRPr spc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IMPACT STAT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8D7DE28-07AC-5E09-7C93-EDE571B5FD35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595925" y="6309064"/>
            <a:ext cx="2777437" cy="24763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700" b="0" smtClean="0">
                <a:latin typeface="+mn-lt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defTabSz="1043056"/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0010057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 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4AC348E-61A4-DDD2-8B78-653FC0EA7D04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2" y="0"/>
            <a:ext cx="3392905" cy="6858000"/>
          </a:xfrm>
          <a:solidFill>
            <a:schemeClr val="accent1"/>
          </a:solidFill>
        </p:spPr>
        <p:txBody>
          <a:bodyPr lIns="72000" tIns="72000" rIns="72000" bIns="72000">
            <a:noAutofit/>
          </a:bodyPr>
          <a:lstStyle>
            <a:lvl1pPr algn="ctr">
              <a:defRPr sz="12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insert </a:t>
            </a:r>
            <a:r>
              <a:rPr lang="en-US" err="1"/>
              <a:t>bkgd</a:t>
            </a:r>
            <a:r>
              <a:rPr lang="en-US"/>
              <a:t> image or hit space bar for solid blue box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27F0A60F-90D6-4C84-A7CA-4F1C4637ABFE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595924" y="564625"/>
            <a:ext cx="2093122" cy="2688439"/>
          </a:xfrm>
          <a:solidFill>
            <a:srgbClr val="D9D9D9"/>
          </a:solidFill>
        </p:spPr>
        <p:txBody>
          <a:bodyPr lIns="72000" tIns="72000" rIns="72000" bIns="72000">
            <a:noAutofit/>
          </a:bodyPr>
          <a:lstStyle>
            <a:lvl1pPr algn="ctr">
              <a:defRPr sz="1412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HEADSHOT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494E1E-7EDE-CB3E-DDB2-5AE874D9FCCF}"/>
              </a:ext>
            </a:extLst>
          </p:cNvPr>
          <p:cNvCxnSpPr>
            <a:cxnSpLocks/>
          </p:cNvCxnSpPr>
          <p:nvPr userDrawn="1"/>
        </p:nvCxnSpPr>
        <p:spPr>
          <a:xfrm>
            <a:off x="581676" y="552617"/>
            <a:ext cx="281123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51F42B-EA06-DB2D-3BC2-EE5B1BC7F66B}"/>
              </a:ext>
            </a:extLst>
          </p:cNvPr>
          <p:cNvCxnSpPr>
            <a:cxnSpLocks/>
          </p:cNvCxnSpPr>
          <p:nvPr userDrawn="1"/>
        </p:nvCxnSpPr>
        <p:spPr>
          <a:xfrm>
            <a:off x="3392906" y="552617"/>
            <a:ext cx="43389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8179A01-0AF6-B908-9F82-5B58A63EDACA}"/>
              </a:ext>
            </a:extLst>
          </p:cNvPr>
          <p:cNvCxnSpPr>
            <a:cxnSpLocks/>
          </p:cNvCxnSpPr>
          <p:nvPr userDrawn="1"/>
        </p:nvCxnSpPr>
        <p:spPr>
          <a:xfrm>
            <a:off x="597457" y="3253062"/>
            <a:ext cx="209397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7CA1A41-D28C-C4A3-8AD7-6606B40FEE69}"/>
              </a:ext>
            </a:extLst>
          </p:cNvPr>
          <p:cNvCxnSpPr>
            <a:cxnSpLocks/>
          </p:cNvCxnSpPr>
          <p:nvPr userDrawn="1"/>
        </p:nvCxnSpPr>
        <p:spPr>
          <a:xfrm>
            <a:off x="597457" y="4473345"/>
            <a:ext cx="209397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3EFAA40-7B59-4DC4-9CF0-50EF9899FB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927" y="3382866"/>
            <a:ext cx="2093975" cy="552068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Name</a:t>
            </a:r>
          </a:p>
        </p:txBody>
      </p:sp>
      <p:sp>
        <p:nvSpPr>
          <p:cNvPr id="8" name="Text Placeholder 52">
            <a:extLst>
              <a:ext uri="{FF2B5EF4-FFF2-40B4-BE49-F238E27FC236}">
                <a16:creationId xmlns:a16="http://schemas.microsoft.com/office/drawing/2014/main" id="{5233535A-237B-49D4-80AC-9EFC6E654D4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95924" y="3958872"/>
            <a:ext cx="2090911" cy="4175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1" kern="800" spc="0" baseline="0">
                <a:solidFill>
                  <a:schemeClr val="bg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32318A38-FDF4-47FF-A864-6A93172ACD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69431" y="456356"/>
            <a:ext cx="7569422" cy="5776003"/>
          </a:xfrm>
        </p:spPr>
        <p:txBody>
          <a:bodyPr/>
          <a:lstStyle>
            <a:lvl1pPr>
              <a:defRPr sz="1200">
                <a:solidFill>
                  <a:schemeClr val="accent1"/>
                </a:solidFill>
              </a:defRPr>
            </a:lvl1pPr>
            <a:lvl2pPr>
              <a:defRPr sz="1200" b="0">
                <a:solidFill>
                  <a:schemeClr val="accent1"/>
                </a:solidFill>
              </a:defRPr>
            </a:lvl2pPr>
            <a:lvl3pPr>
              <a:defRPr sz="1200">
                <a:solidFill>
                  <a:schemeClr val="accent1"/>
                </a:solidFill>
              </a:defRPr>
            </a:lvl3pPr>
            <a:lvl4pPr>
              <a:defRPr sz="1200">
                <a:solidFill>
                  <a:schemeClr val="accent1"/>
                </a:solidFill>
              </a:defRPr>
            </a:lvl4pPr>
            <a:lvl5pPr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0" name="Text Placeholder 52">
            <a:extLst>
              <a:ext uri="{FF2B5EF4-FFF2-40B4-BE49-F238E27FC236}">
                <a16:creationId xmlns:a16="http://schemas.microsoft.com/office/drawing/2014/main" id="{CD28445D-4901-A042-D747-16F96919C7C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5926" y="4642101"/>
            <a:ext cx="2588562" cy="6410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b="0" i="0" kern="800" spc="0" baseline="0">
                <a:solidFill>
                  <a:schemeClr val="bg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Email Address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9D8655-8837-CFE0-C5D5-504312B6062D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>
          <a:xfrm>
            <a:off x="8818642" y="6309064"/>
            <a:ext cx="2777437" cy="247634"/>
          </a:xfrm>
        </p:spPr>
        <p:txBody>
          <a:bodyPr vert="horz" lIns="0" tIns="0" rIns="0" bIns="0" rtlCol="0" anchor="b"/>
          <a:lstStyle>
            <a:lvl1pPr>
              <a:defRPr lang="en-US" dirty="0"/>
            </a:lvl1pPr>
          </a:lstStyle>
          <a:p>
            <a:pPr algn="r"/>
            <a:r>
              <a:rPr lang="en-US"/>
              <a:t>CONFIDENTIAL: NOT FOR DISTRIBUTION</a:t>
            </a:r>
            <a:endParaRPr lang="en-US" sz="1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28EAE69-1568-229B-7555-42C4292CB15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95925" y="6309064"/>
            <a:ext cx="2777437" cy="24763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700" b="0" smtClean="0">
                <a:solidFill>
                  <a:schemeClr val="bg1"/>
                </a:solidFill>
                <a:latin typeface="+mn-lt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defTabSz="1043056"/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7264667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 3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4AC348E-61A4-DDD2-8B78-653FC0EA7D04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0" y="0"/>
            <a:ext cx="12192000" cy="6858000"/>
          </a:xfrm>
          <a:noFill/>
        </p:spPr>
        <p:txBody>
          <a:bodyPr lIns="72000" tIns="72000" rIns="72000" bIns="72000">
            <a:noAutofit/>
          </a:bodyPr>
          <a:lstStyle>
            <a:lvl1pPr algn="ctr">
              <a:defRPr sz="1059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background image or delete placeholder if not necessary</a:t>
            </a:r>
          </a:p>
        </p:txBody>
      </p:sp>
      <p:sp>
        <p:nvSpPr>
          <p:cNvPr id="8" name="Text Placeholder 52">
            <a:extLst>
              <a:ext uri="{FF2B5EF4-FFF2-40B4-BE49-F238E27FC236}">
                <a16:creationId xmlns:a16="http://schemas.microsoft.com/office/drawing/2014/main" id="{5233535A-237B-49D4-80AC-9EFC6E654D4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217295" y="2812646"/>
            <a:ext cx="2423161" cy="228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b="0" i="0" kern="800" spc="0" baseline="0">
                <a:solidFill>
                  <a:schemeClr val="accent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60A60FC-2C47-C1E0-60B4-2A7FC1B102BF}"/>
              </a:ext>
            </a:extLst>
          </p:cNvPr>
          <p:cNvCxnSpPr>
            <a:cxnSpLocks/>
          </p:cNvCxnSpPr>
          <p:nvPr userDrawn="1"/>
        </p:nvCxnSpPr>
        <p:spPr>
          <a:xfrm>
            <a:off x="1955801" y="2543752"/>
            <a:ext cx="0" cy="54305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B24B3751-05FC-BB67-FC34-B405B3CA47EC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2217295" y="904876"/>
            <a:ext cx="1170432" cy="1371600"/>
          </a:xfrm>
          <a:solidFill>
            <a:srgbClr val="D9D9D9"/>
          </a:solidFill>
          <a:ln w="12700">
            <a:solidFill>
              <a:schemeClr val="bg1"/>
            </a:solidFill>
          </a:ln>
        </p:spPr>
        <p:txBody>
          <a:bodyPr lIns="0" tIns="72000" rIns="0" bIns="72000">
            <a:noAutofit/>
          </a:bodyPr>
          <a:lstStyle>
            <a:lvl1pPr algn="ctr">
              <a:defRPr sz="9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HEADSHOT</a:t>
            </a:r>
          </a:p>
        </p:txBody>
      </p:sp>
      <p:sp>
        <p:nvSpPr>
          <p:cNvPr id="32" name="Text Placeholder 8">
            <a:extLst>
              <a:ext uri="{FF2B5EF4-FFF2-40B4-BE49-F238E27FC236}">
                <a16:creationId xmlns:a16="http://schemas.microsoft.com/office/drawing/2014/main" id="{A0CA71FC-159D-E95D-9F88-23D0121C3B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17295" y="3200184"/>
            <a:ext cx="2423161" cy="2752941"/>
          </a:xfrm>
        </p:spPr>
        <p:txBody>
          <a:bodyPr/>
          <a:lstStyle>
            <a:lvl1pPr marL="171450" indent="-171450">
              <a:buClrTx/>
              <a:buFont typeface="Wingdings" pitchFamily="2" charset="2"/>
              <a:buChar char="§"/>
              <a:defRPr sz="900" b="0">
                <a:solidFill>
                  <a:schemeClr val="accent1"/>
                </a:solidFill>
              </a:defRPr>
            </a:lvl1pPr>
            <a:lvl2pPr>
              <a:defRPr sz="750" b="0">
                <a:solidFill>
                  <a:schemeClr val="accent1"/>
                </a:solidFill>
              </a:defRPr>
            </a:lvl2pPr>
            <a:lvl3pPr>
              <a:defRPr sz="750" b="0">
                <a:solidFill>
                  <a:schemeClr val="accent1"/>
                </a:solidFill>
              </a:defRPr>
            </a:lvl3pPr>
            <a:lvl4pPr marL="350838" indent="-158750">
              <a:buClrTx/>
              <a:buFont typeface="System Font Regular"/>
              <a:buChar char="–"/>
              <a:tabLst/>
              <a:defRPr sz="900" b="0">
                <a:solidFill>
                  <a:schemeClr val="accent1"/>
                </a:solidFill>
              </a:defRPr>
            </a:lvl4pPr>
            <a:lvl5pPr marL="522288" indent="-171450">
              <a:buClrTx/>
              <a:buFont typeface="Courier New" panose="02070309020205020404" pitchFamily="49" charset="0"/>
              <a:buChar char="o"/>
              <a:tabLst/>
              <a:defRPr sz="9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6" name="Title 35">
            <a:extLst>
              <a:ext uri="{FF2B5EF4-FFF2-40B4-BE49-F238E27FC236}">
                <a16:creationId xmlns:a16="http://schemas.microsoft.com/office/drawing/2014/main" id="{AD6E4EAF-30FF-2211-AF45-103BD25028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224892" y="3066843"/>
            <a:ext cx="5048250" cy="724321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7" name="Text Placeholder 52">
            <a:extLst>
              <a:ext uri="{FF2B5EF4-FFF2-40B4-BE49-F238E27FC236}">
                <a16:creationId xmlns:a16="http://schemas.microsoft.com/office/drawing/2014/main" id="{6C1BE651-950D-652A-9337-6390DE72562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217295" y="2547951"/>
            <a:ext cx="2423161" cy="228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b="1" i="0" kern="800" spc="0" baseline="0">
                <a:solidFill>
                  <a:schemeClr val="accent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8" name="Text Placeholder 52">
            <a:extLst>
              <a:ext uri="{FF2B5EF4-FFF2-40B4-BE49-F238E27FC236}">
                <a16:creationId xmlns:a16="http://schemas.microsoft.com/office/drawing/2014/main" id="{429AC419-52C7-9D72-40F8-2EB621EBF56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381599" y="2812646"/>
            <a:ext cx="2423161" cy="228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b="0" i="0" kern="800" spc="0" baseline="0">
                <a:solidFill>
                  <a:schemeClr val="accent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20A1BF1-2A95-C97B-BE31-0D0F52C84526}"/>
              </a:ext>
            </a:extLst>
          </p:cNvPr>
          <p:cNvCxnSpPr>
            <a:cxnSpLocks/>
          </p:cNvCxnSpPr>
          <p:nvPr userDrawn="1"/>
        </p:nvCxnSpPr>
        <p:spPr>
          <a:xfrm>
            <a:off x="5120106" y="2543752"/>
            <a:ext cx="0" cy="54305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Picture Placeholder 8">
            <a:extLst>
              <a:ext uri="{FF2B5EF4-FFF2-40B4-BE49-F238E27FC236}">
                <a16:creationId xmlns:a16="http://schemas.microsoft.com/office/drawing/2014/main" id="{2BC5932D-4A2C-0D57-4B83-791990D8FD22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5381600" y="904876"/>
            <a:ext cx="1170432" cy="1371600"/>
          </a:xfrm>
          <a:solidFill>
            <a:srgbClr val="D9D9D9"/>
          </a:solidFill>
          <a:ln w="12700">
            <a:solidFill>
              <a:schemeClr val="bg1"/>
            </a:solidFill>
          </a:ln>
        </p:spPr>
        <p:txBody>
          <a:bodyPr lIns="0" tIns="72000" rIns="0" bIns="72000">
            <a:noAutofit/>
          </a:bodyPr>
          <a:lstStyle>
            <a:lvl1pPr algn="ctr">
              <a:defRPr sz="9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HEADSHOT</a:t>
            </a:r>
          </a:p>
        </p:txBody>
      </p:sp>
      <p:sp>
        <p:nvSpPr>
          <p:cNvPr id="42" name="Text Placeholder 52">
            <a:extLst>
              <a:ext uri="{FF2B5EF4-FFF2-40B4-BE49-F238E27FC236}">
                <a16:creationId xmlns:a16="http://schemas.microsoft.com/office/drawing/2014/main" id="{75111C6F-1F7F-3554-032D-1CC8B2E22C5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381599" y="2547951"/>
            <a:ext cx="2423161" cy="228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b="1" i="0" kern="800" spc="0" baseline="0">
                <a:solidFill>
                  <a:schemeClr val="accent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3" name="Text Placeholder 52">
            <a:extLst>
              <a:ext uri="{FF2B5EF4-FFF2-40B4-BE49-F238E27FC236}">
                <a16:creationId xmlns:a16="http://schemas.microsoft.com/office/drawing/2014/main" id="{5FD2EE5F-B0BA-A99C-BE2D-4C9121AE98C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545904" y="2812646"/>
            <a:ext cx="2423161" cy="228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b="0" i="0" kern="800" spc="0" baseline="0">
                <a:solidFill>
                  <a:schemeClr val="accent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EC51969-9074-A5EE-9094-99614AE2C22E}"/>
              </a:ext>
            </a:extLst>
          </p:cNvPr>
          <p:cNvCxnSpPr>
            <a:cxnSpLocks/>
          </p:cNvCxnSpPr>
          <p:nvPr userDrawn="1"/>
        </p:nvCxnSpPr>
        <p:spPr>
          <a:xfrm>
            <a:off x="8284411" y="2543752"/>
            <a:ext cx="0" cy="54305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Picture Placeholder 8">
            <a:extLst>
              <a:ext uri="{FF2B5EF4-FFF2-40B4-BE49-F238E27FC236}">
                <a16:creationId xmlns:a16="http://schemas.microsoft.com/office/drawing/2014/main" id="{9CB220D7-5008-F32B-A069-DEA173804143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8545904" y="904876"/>
            <a:ext cx="1170432" cy="1371600"/>
          </a:xfrm>
          <a:solidFill>
            <a:srgbClr val="D9D9D9"/>
          </a:solidFill>
          <a:ln w="12700">
            <a:solidFill>
              <a:schemeClr val="bg1"/>
            </a:solidFill>
          </a:ln>
        </p:spPr>
        <p:txBody>
          <a:bodyPr lIns="0" tIns="72000" rIns="0" bIns="72000">
            <a:noAutofit/>
          </a:bodyPr>
          <a:lstStyle>
            <a:lvl1pPr algn="ctr">
              <a:defRPr sz="9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HEADSHOT</a:t>
            </a:r>
          </a:p>
        </p:txBody>
      </p:sp>
      <p:sp>
        <p:nvSpPr>
          <p:cNvPr id="47" name="Text Placeholder 52">
            <a:extLst>
              <a:ext uri="{FF2B5EF4-FFF2-40B4-BE49-F238E27FC236}">
                <a16:creationId xmlns:a16="http://schemas.microsoft.com/office/drawing/2014/main" id="{54663C8D-488A-9E39-2CE9-9160B04D780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545904" y="2547951"/>
            <a:ext cx="2423161" cy="228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b="1" i="0" kern="800" spc="0" baseline="0">
                <a:solidFill>
                  <a:schemeClr val="accent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804C160-8EF3-3749-4A5A-AA5339E15037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>
          <a:xfrm>
            <a:off x="8818642" y="6309064"/>
            <a:ext cx="2777437" cy="247634"/>
          </a:xfrm>
        </p:spPr>
        <p:txBody>
          <a:bodyPr vert="horz" lIns="0" tIns="0" rIns="0" bIns="0" rtlCol="0" anchor="b"/>
          <a:lstStyle>
            <a:lvl1pPr>
              <a:defRPr lang="en-US" dirty="0"/>
            </a:lvl1pPr>
          </a:lstStyle>
          <a:p>
            <a:pPr algn="r"/>
            <a:r>
              <a:rPr lang="en-US"/>
              <a:t>CONFIDENTIAL: NOT FOR DISTRIBUTION</a:t>
            </a:r>
            <a:endParaRPr lang="en-US" sz="1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5279EAE-7336-1C4A-0F8C-D6C990628713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5381697" y="3200184"/>
            <a:ext cx="2423161" cy="2752941"/>
          </a:xfrm>
        </p:spPr>
        <p:txBody>
          <a:bodyPr/>
          <a:lstStyle>
            <a:lvl1pPr marL="171450" indent="-171450">
              <a:buClrTx/>
              <a:buFont typeface="Wingdings" pitchFamily="2" charset="2"/>
              <a:buChar char="§"/>
              <a:defRPr sz="900" b="0">
                <a:solidFill>
                  <a:schemeClr val="accent1"/>
                </a:solidFill>
              </a:defRPr>
            </a:lvl1pPr>
            <a:lvl2pPr>
              <a:defRPr sz="750" b="0">
                <a:solidFill>
                  <a:schemeClr val="accent1"/>
                </a:solidFill>
              </a:defRPr>
            </a:lvl2pPr>
            <a:lvl3pPr>
              <a:defRPr sz="750" b="0">
                <a:solidFill>
                  <a:schemeClr val="accent1"/>
                </a:solidFill>
              </a:defRPr>
            </a:lvl3pPr>
            <a:lvl4pPr marL="350838" indent="-158750">
              <a:buClrTx/>
              <a:buFont typeface="System Font Regular"/>
              <a:buChar char="–"/>
              <a:tabLst/>
              <a:defRPr sz="900" b="0">
                <a:solidFill>
                  <a:schemeClr val="accent1"/>
                </a:solidFill>
              </a:defRPr>
            </a:lvl4pPr>
            <a:lvl5pPr marL="522288" indent="-171450">
              <a:buClrTx/>
              <a:buFont typeface="Courier New" panose="02070309020205020404" pitchFamily="49" charset="0"/>
              <a:buChar char="o"/>
              <a:tabLst/>
              <a:defRPr sz="9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42CD500-7344-EAA3-BB09-3739BE7C97EB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546101" y="3200184"/>
            <a:ext cx="2423161" cy="2752941"/>
          </a:xfrm>
        </p:spPr>
        <p:txBody>
          <a:bodyPr/>
          <a:lstStyle>
            <a:lvl1pPr marL="171450" indent="-171450">
              <a:buClrTx/>
              <a:buFont typeface="Wingdings" pitchFamily="2" charset="2"/>
              <a:buChar char="§"/>
              <a:defRPr sz="900" b="0">
                <a:solidFill>
                  <a:schemeClr val="accent1"/>
                </a:solidFill>
              </a:defRPr>
            </a:lvl1pPr>
            <a:lvl2pPr>
              <a:defRPr sz="750" b="0">
                <a:solidFill>
                  <a:schemeClr val="accent1"/>
                </a:solidFill>
              </a:defRPr>
            </a:lvl2pPr>
            <a:lvl3pPr>
              <a:defRPr sz="750" b="0">
                <a:solidFill>
                  <a:schemeClr val="accent1"/>
                </a:solidFill>
              </a:defRPr>
            </a:lvl3pPr>
            <a:lvl4pPr marL="350838" indent="-158750">
              <a:buClrTx/>
              <a:buFont typeface="System Font Regular"/>
              <a:buChar char="–"/>
              <a:tabLst/>
              <a:defRPr sz="900" b="0">
                <a:solidFill>
                  <a:schemeClr val="accent1"/>
                </a:solidFill>
              </a:defRPr>
            </a:lvl4pPr>
            <a:lvl5pPr marL="522288" indent="-171450">
              <a:buClrTx/>
              <a:buFont typeface="Courier New" panose="02070309020205020404" pitchFamily="49" charset="0"/>
              <a:buChar char="o"/>
              <a:tabLst/>
              <a:defRPr sz="9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E06093B-518F-9748-D4A8-829DA85FE6A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5925" y="6309064"/>
            <a:ext cx="2777437" cy="24763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700" b="0" smtClean="0">
                <a:latin typeface="+mn-lt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defTabSz="1043056"/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0929958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 8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4AC348E-61A4-DDD2-8B78-653FC0EA7D04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0" y="0"/>
            <a:ext cx="12192000" cy="6858000"/>
          </a:xfrm>
          <a:noFill/>
        </p:spPr>
        <p:txBody>
          <a:bodyPr lIns="72000" tIns="72000" rIns="72000" bIns="72000">
            <a:noAutofit/>
          </a:bodyPr>
          <a:lstStyle>
            <a:lvl1pPr algn="ctr">
              <a:defRPr sz="1147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background image or delete placeholder if not necessary</a:t>
            </a:r>
          </a:p>
        </p:txBody>
      </p:sp>
      <p:sp>
        <p:nvSpPr>
          <p:cNvPr id="8" name="Text Placeholder 52">
            <a:extLst>
              <a:ext uri="{FF2B5EF4-FFF2-40B4-BE49-F238E27FC236}">
                <a16:creationId xmlns:a16="http://schemas.microsoft.com/office/drawing/2014/main" id="{5233535A-237B-49D4-80AC-9EFC6E654D4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103612" y="1439071"/>
            <a:ext cx="1012874" cy="5486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 kern="800" spc="0" baseline="0">
                <a:solidFill>
                  <a:schemeClr val="accent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B24B3751-05FC-BB67-FC34-B405B3CA47EC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978265" y="845811"/>
            <a:ext cx="1012874" cy="1143000"/>
          </a:xfrm>
          <a:solidFill>
            <a:srgbClr val="D9D9D9"/>
          </a:solidFill>
          <a:ln w="12700">
            <a:solidFill>
              <a:schemeClr val="bg1"/>
            </a:solidFill>
          </a:ln>
        </p:spPr>
        <p:txBody>
          <a:bodyPr lIns="0" tIns="72000" rIns="0" bIns="72000">
            <a:noAutofit/>
          </a:bodyPr>
          <a:lstStyle>
            <a:lvl1pPr algn="ctr">
              <a:defRPr sz="975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HEADSHOT</a:t>
            </a:r>
          </a:p>
        </p:txBody>
      </p:sp>
      <p:sp>
        <p:nvSpPr>
          <p:cNvPr id="32" name="Text Placeholder 8">
            <a:extLst>
              <a:ext uri="{FF2B5EF4-FFF2-40B4-BE49-F238E27FC236}">
                <a16:creationId xmlns:a16="http://schemas.microsoft.com/office/drawing/2014/main" id="{A0CA71FC-159D-E95D-9F88-23D0121C3B7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78265" y="2064373"/>
            <a:ext cx="2138289" cy="1097280"/>
          </a:xfrm>
        </p:spPr>
        <p:txBody>
          <a:bodyPr/>
          <a:lstStyle>
            <a:lvl1pPr>
              <a:buClrTx/>
              <a:defRPr sz="813" b="0">
                <a:solidFill>
                  <a:schemeClr val="accent1"/>
                </a:solidFill>
              </a:defRPr>
            </a:lvl1pPr>
            <a:lvl2pPr>
              <a:defRPr sz="813" b="0">
                <a:solidFill>
                  <a:schemeClr val="accent1"/>
                </a:solidFill>
              </a:defRPr>
            </a:lvl2pPr>
            <a:lvl3pPr>
              <a:defRPr sz="813" b="0">
                <a:solidFill>
                  <a:schemeClr val="accent1"/>
                </a:solidFill>
              </a:defRPr>
            </a:lvl3pPr>
            <a:lvl4pPr>
              <a:buClrTx/>
              <a:defRPr sz="900" b="0">
                <a:solidFill>
                  <a:schemeClr val="accent1"/>
                </a:solidFill>
              </a:defRPr>
            </a:lvl4pPr>
            <a:lvl5pPr>
              <a:buClrTx/>
              <a:defRPr sz="813" b="0">
                <a:solidFill>
                  <a:schemeClr val="accent1"/>
                </a:solidFill>
              </a:defRPr>
            </a:lvl5pPr>
          </a:lstStyle>
          <a:p>
            <a:pPr lvl="3"/>
            <a:r>
              <a:rPr lang="en-US"/>
              <a:t>Bio highlights</a:t>
            </a:r>
          </a:p>
        </p:txBody>
      </p:sp>
      <p:sp>
        <p:nvSpPr>
          <p:cNvPr id="36" name="Title 35">
            <a:extLst>
              <a:ext uri="{FF2B5EF4-FFF2-40B4-BE49-F238E27FC236}">
                <a16:creationId xmlns:a16="http://schemas.microsoft.com/office/drawing/2014/main" id="{AD6E4EAF-30FF-2211-AF45-103BD25028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315018" y="3097804"/>
            <a:ext cx="5228509" cy="724321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7" name="Text Placeholder 52">
            <a:extLst>
              <a:ext uri="{FF2B5EF4-FFF2-40B4-BE49-F238E27FC236}">
                <a16:creationId xmlns:a16="http://schemas.microsoft.com/office/drawing/2014/main" id="{6C1BE651-950D-652A-9337-6390DE72562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103612" y="865785"/>
            <a:ext cx="1012874" cy="5486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000" b="1" i="0" kern="800" spc="0" baseline="0">
                <a:solidFill>
                  <a:schemeClr val="accent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8" name="Text Placeholder 52">
            <a:extLst>
              <a:ext uri="{FF2B5EF4-FFF2-40B4-BE49-F238E27FC236}">
                <a16:creationId xmlns:a16="http://schemas.microsoft.com/office/drawing/2014/main" id="{429AC419-52C7-9D72-40F8-2EB621EBF56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556108" y="1439071"/>
            <a:ext cx="1012874" cy="5486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 kern="800" spc="0" baseline="0">
                <a:solidFill>
                  <a:schemeClr val="accent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0" name="Picture Placeholder 8">
            <a:extLst>
              <a:ext uri="{FF2B5EF4-FFF2-40B4-BE49-F238E27FC236}">
                <a16:creationId xmlns:a16="http://schemas.microsoft.com/office/drawing/2014/main" id="{2BC5932D-4A2C-0D57-4B83-791990D8FD22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4430762" y="845811"/>
            <a:ext cx="1012874" cy="1143000"/>
          </a:xfrm>
          <a:solidFill>
            <a:srgbClr val="D9D9D9"/>
          </a:solidFill>
          <a:ln w="12700">
            <a:solidFill>
              <a:schemeClr val="bg1"/>
            </a:solidFill>
          </a:ln>
        </p:spPr>
        <p:txBody>
          <a:bodyPr lIns="0" tIns="72000" rIns="0" bIns="72000">
            <a:noAutofit/>
          </a:bodyPr>
          <a:lstStyle>
            <a:lvl1pPr algn="ctr">
              <a:defRPr sz="975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HEADSHOT</a:t>
            </a:r>
          </a:p>
        </p:txBody>
      </p:sp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18841DF7-6F29-BE13-58D5-0EEB460D4BC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430761" y="2064373"/>
            <a:ext cx="2138289" cy="1097280"/>
          </a:xfrm>
        </p:spPr>
        <p:txBody>
          <a:bodyPr/>
          <a:lstStyle>
            <a:lvl1pPr>
              <a:buClrTx/>
              <a:defRPr sz="813" b="0">
                <a:solidFill>
                  <a:schemeClr val="accent1"/>
                </a:solidFill>
              </a:defRPr>
            </a:lvl1pPr>
            <a:lvl2pPr>
              <a:defRPr sz="813" b="0">
                <a:solidFill>
                  <a:schemeClr val="accent1"/>
                </a:solidFill>
              </a:defRPr>
            </a:lvl2pPr>
            <a:lvl3pPr>
              <a:defRPr sz="813" b="0">
                <a:solidFill>
                  <a:schemeClr val="accent1"/>
                </a:solidFill>
              </a:defRPr>
            </a:lvl3pPr>
            <a:lvl4pPr>
              <a:buClrTx/>
              <a:defRPr sz="900" b="0">
                <a:solidFill>
                  <a:schemeClr val="accent1"/>
                </a:solidFill>
              </a:defRPr>
            </a:lvl4pPr>
            <a:lvl5pPr>
              <a:buClrTx/>
              <a:defRPr sz="813" b="0">
                <a:solidFill>
                  <a:schemeClr val="accent1"/>
                </a:solidFill>
              </a:defRPr>
            </a:lvl5pPr>
          </a:lstStyle>
          <a:p>
            <a:pPr lvl="3"/>
            <a:r>
              <a:rPr lang="en-US"/>
              <a:t>Bio highlights</a:t>
            </a:r>
          </a:p>
        </p:txBody>
      </p:sp>
      <p:sp>
        <p:nvSpPr>
          <p:cNvPr id="42" name="Text Placeholder 52">
            <a:extLst>
              <a:ext uri="{FF2B5EF4-FFF2-40B4-BE49-F238E27FC236}">
                <a16:creationId xmlns:a16="http://schemas.microsoft.com/office/drawing/2014/main" id="{75111C6F-1F7F-3554-032D-1CC8B2E22C5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556108" y="865785"/>
            <a:ext cx="1012874" cy="5486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000" b="1" i="0" kern="800" spc="0" baseline="0">
                <a:solidFill>
                  <a:schemeClr val="accent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3" name="Text Placeholder 52">
            <a:extLst>
              <a:ext uri="{FF2B5EF4-FFF2-40B4-BE49-F238E27FC236}">
                <a16:creationId xmlns:a16="http://schemas.microsoft.com/office/drawing/2014/main" id="{5FD2EE5F-B0BA-A99C-BE2D-4C9121AE98C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008604" y="1439071"/>
            <a:ext cx="1012874" cy="5486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 kern="800" spc="0" baseline="0">
                <a:solidFill>
                  <a:schemeClr val="accent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5" name="Picture Placeholder 8">
            <a:extLst>
              <a:ext uri="{FF2B5EF4-FFF2-40B4-BE49-F238E27FC236}">
                <a16:creationId xmlns:a16="http://schemas.microsoft.com/office/drawing/2014/main" id="{9CB220D7-5008-F32B-A069-DEA173804143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6883258" y="845811"/>
            <a:ext cx="1012874" cy="1143000"/>
          </a:xfrm>
          <a:solidFill>
            <a:srgbClr val="D9D9D9"/>
          </a:solidFill>
          <a:ln w="12700">
            <a:solidFill>
              <a:schemeClr val="bg1"/>
            </a:solidFill>
          </a:ln>
        </p:spPr>
        <p:txBody>
          <a:bodyPr lIns="0" tIns="72000" rIns="0" bIns="72000">
            <a:noAutofit/>
          </a:bodyPr>
          <a:lstStyle>
            <a:lvl1pPr algn="ctr">
              <a:defRPr sz="975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HEADSHOT</a:t>
            </a:r>
          </a:p>
        </p:txBody>
      </p:sp>
      <p:sp>
        <p:nvSpPr>
          <p:cNvPr id="46" name="Text Placeholder 8">
            <a:extLst>
              <a:ext uri="{FF2B5EF4-FFF2-40B4-BE49-F238E27FC236}">
                <a16:creationId xmlns:a16="http://schemas.microsoft.com/office/drawing/2014/main" id="{8E6A4D59-9A19-BC26-E6F3-0FF8DC73717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883257" y="2064373"/>
            <a:ext cx="2138289" cy="1097280"/>
          </a:xfrm>
        </p:spPr>
        <p:txBody>
          <a:bodyPr/>
          <a:lstStyle>
            <a:lvl1pPr>
              <a:buClrTx/>
              <a:defRPr sz="813" b="0">
                <a:solidFill>
                  <a:schemeClr val="accent1"/>
                </a:solidFill>
              </a:defRPr>
            </a:lvl1pPr>
            <a:lvl2pPr>
              <a:defRPr sz="813" b="0">
                <a:solidFill>
                  <a:schemeClr val="accent1"/>
                </a:solidFill>
              </a:defRPr>
            </a:lvl2pPr>
            <a:lvl3pPr>
              <a:defRPr sz="813" b="0">
                <a:solidFill>
                  <a:schemeClr val="accent1"/>
                </a:solidFill>
              </a:defRPr>
            </a:lvl3pPr>
            <a:lvl4pPr>
              <a:buClrTx/>
              <a:defRPr sz="900" b="0">
                <a:solidFill>
                  <a:schemeClr val="accent1"/>
                </a:solidFill>
              </a:defRPr>
            </a:lvl4pPr>
            <a:lvl5pPr>
              <a:buClrTx/>
              <a:defRPr sz="813" b="0">
                <a:solidFill>
                  <a:schemeClr val="accent1"/>
                </a:solidFill>
              </a:defRPr>
            </a:lvl5pPr>
          </a:lstStyle>
          <a:p>
            <a:pPr lvl="3"/>
            <a:r>
              <a:rPr lang="en-US"/>
              <a:t>Bio highlights</a:t>
            </a:r>
          </a:p>
        </p:txBody>
      </p:sp>
      <p:sp>
        <p:nvSpPr>
          <p:cNvPr id="47" name="Text Placeholder 52">
            <a:extLst>
              <a:ext uri="{FF2B5EF4-FFF2-40B4-BE49-F238E27FC236}">
                <a16:creationId xmlns:a16="http://schemas.microsoft.com/office/drawing/2014/main" id="{54663C8D-488A-9E39-2CE9-9160B04D780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008604" y="865785"/>
            <a:ext cx="1012874" cy="5486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000" b="1" i="0" kern="800" spc="0" baseline="0">
                <a:solidFill>
                  <a:schemeClr val="accent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" name="Text Placeholder 52">
            <a:extLst>
              <a:ext uri="{FF2B5EF4-FFF2-40B4-BE49-F238E27FC236}">
                <a16:creationId xmlns:a16="http://schemas.microsoft.com/office/drawing/2014/main" id="{22E54B8E-196F-2F63-6A2F-4B28D68CB12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0448474" y="1439071"/>
            <a:ext cx="1012874" cy="5486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 kern="800" spc="0" baseline="0">
                <a:solidFill>
                  <a:schemeClr val="accent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A59678DD-5360-F9A3-EE34-829D260FD2B3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9323127" y="845811"/>
            <a:ext cx="1012874" cy="1143000"/>
          </a:xfrm>
          <a:solidFill>
            <a:srgbClr val="D9D9D9"/>
          </a:solidFill>
          <a:ln w="12700">
            <a:solidFill>
              <a:schemeClr val="bg1"/>
            </a:solidFill>
          </a:ln>
        </p:spPr>
        <p:txBody>
          <a:bodyPr lIns="0" tIns="72000" rIns="0" bIns="72000">
            <a:noAutofit/>
          </a:bodyPr>
          <a:lstStyle>
            <a:lvl1pPr algn="ctr">
              <a:defRPr sz="975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HEADSHOT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F8C768C2-0709-E4AD-998B-8AECE344B25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23126" y="2064373"/>
            <a:ext cx="2138289" cy="1097280"/>
          </a:xfrm>
        </p:spPr>
        <p:txBody>
          <a:bodyPr/>
          <a:lstStyle>
            <a:lvl1pPr>
              <a:buClrTx/>
              <a:defRPr sz="813" b="0">
                <a:solidFill>
                  <a:schemeClr val="accent1"/>
                </a:solidFill>
              </a:defRPr>
            </a:lvl1pPr>
            <a:lvl2pPr>
              <a:defRPr sz="813" b="0">
                <a:solidFill>
                  <a:schemeClr val="accent1"/>
                </a:solidFill>
              </a:defRPr>
            </a:lvl2pPr>
            <a:lvl3pPr>
              <a:defRPr sz="813" b="0">
                <a:solidFill>
                  <a:schemeClr val="accent1"/>
                </a:solidFill>
              </a:defRPr>
            </a:lvl3pPr>
            <a:lvl4pPr>
              <a:buClrTx/>
              <a:defRPr sz="900" b="0">
                <a:solidFill>
                  <a:schemeClr val="accent1"/>
                </a:solidFill>
              </a:defRPr>
            </a:lvl4pPr>
            <a:lvl5pPr>
              <a:buClrTx/>
              <a:defRPr sz="813" b="0">
                <a:solidFill>
                  <a:schemeClr val="accent1"/>
                </a:solidFill>
              </a:defRPr>
            </a:lvl5pPr>
          </a:lstStyle>
          <a:p>
            <a:pPr lvl="3"/>
            <a:r>
              <a:rPr lang="en-US"/>
              <a:t>Bio highlights</a:t>
            </a:r>
          </a:p>
        </p:txBody>
      </p:sp>
      <p:sp>
        <p:nvSpPr>
          <p:cNvPr id="5" name="Text Placeholder 52">
            <a:extLst>
              <a:ext uri="{FF2B5EF4-FFF2-40B4-BE49-F238E27FC236}">
                <a16:creationId xmlns:a16="http://schemas.microsoft.com/office/drawing/2014/main" id="{7CFF8F30-48AA-4990-A2AE-CDCF52C873E9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0448474" y="865785"/>
            <a:ext cx="1012874" cy="5486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000" b="1" i="0" kern="800" spc="0" baseline="0">
                <a:solidFill>
                  <a:schemeClr val="accent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FFE60750-3792-5F4C-CF22-1009927244AC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1978265" y="3757453"/>
            <a:ext cx="1012874" cy="1143000"/>
          </a:xfrm>
          <a:solidFill>
            <a:srgbClr val="D9D9D9"/>
          </a:solidFill>
          <a:ln w="12700">
            <a:solidFill>
              <a:schemeClr val="bg1"/>
            </a:solidFill>
          </a:ln>
        </p:spPr>
        <p:txBody>
          <a:bodyPr lIns="0" tIns="72000" rIns="0" bIns="72000">
            <a:noAutofit/>
          </a:bodyPr>
          <a:lstStyle>
            <a:lvl1pPr algn="ctr">
              <a:defRPr sz="975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HEADSHOT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DC751B-F37B-9D22-49B6-8B80BEC844C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978265" y="4974543"/>
            <a:ext cx="2138289" cy="1097280"/>
          </a:xfrm>
        </p:spPr>
        <p:txBody>
          <a:bodyPr/>
          <a:lstStyle>
            <a:lvl1pPr>
              <a:buClrTx/>
              <a:defRPr sz="813" b="0">
                <a:solidFill>
                  <a:schemeClr val="accent1"/>
                </a:solidFill>
              </a:defRPr>
            </a:lvl1pPr>
            <a:lvl2pPr>
              <a:defRPr sz="813" b="0">
                <a:solidFill>
                  <a:schemeClr val="accent1"/>
                </a:solidFill>
              </a:defRPr>
            </a:lvl2pPr>
            <a:lvl3pPr>
              <a:defRPr sz="813" b="0">
                <a:solidFill>
                  <a:schemeClr val="accent1"/>
                </a:solidFill>
              </a:defRPr>
            </a:lvl3pPr>
            <a:lvl4pPr>
              <a:buClrTx/>
              <a:defRPr sz="900" b="0">
                <a:solidFill>
                  <a:schemeClr val="accent1"/>
                </a:solidFill>
              </a:defRPr>
            </a:lvl4pPr>
            <a:lvl5pPr>
              <a:buClrTx/>
              <a:defRPr sz="813" b="0">
                <a:solidFill>
                  <a:schemeClr val="accent1"/>
                </a:solidFill>
              </a:defRPr>
            </a:lvl5pPr>
          </a:lstStyle>
          <a:p>
            <a:pPr lvl="3"/>
            <a:r>
              <a:rPr lang="en-US"/>
              <a:t>Bio highlights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5A1A04A0-9D7F-E9E7-FCF3-C14762D848F0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4430761" y="4974543"/>
            <a:ext cx="2138289" cy="1097280"/>
          </a:xfrm>
        </p:spPr>
        <p:txBody>
          <a:bodyPr/>
          <a:lstStyle>
            <a:lvl1pPr>
              <a:buClrTx/>
              <a:defRPr sz="813" b="0">
                <a:solidFill>
                  <a:schemeClr val="accent1"/>
                </a:solidFill>
              </a:defRPr>
            </a:lvl1pPr>
            <a:lvl2pPr>
              <a:defRPr sz="813" b="0">
                <a:solidFill>
                  <a:schemeClr val="accent1"/>
                </a:solidFill>
              </a:defRPr>
            </a:lvl2pPr>
            <a:lvl3pPr>
              <a:defRPr sz="813" b="0">
                <a:solidFill>
                  <a:schemeClr val="accent1"/>
                </a:solidFill>
              </a:defRPr>
            </a:lvl3pPr>
            <a:lvl4pPr>
              <a:buClrTx/>
              <a:defRPr sz="900" b="0">
                <a:solidFill>
                  <a:schemeClr val="accent1"/>
                </a:solidFill>
              </a:defRPr>
            </a:lvl4pPr>
            <a:lvl5pPr>
              <a:buClrTx/>
              <a:defRPr sz="813" b="0">
                <a:solidFill>
                  <a:schemeClr val="accent1"/>
                </a:solidFill>
              </a:defRPr>
            </a:lvl5pPr>
          </a:lstStyle>
          <a:p>
            <a:pPr lvl="3"/>
            <a:r>
              <a:rPr lang="en-US"/>
              <a:t>Bio highlights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691EC290-0C6A-2676-795C-E368F03622D0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883257" y="4974543"/>
            <a:ext cx="2138289" cy="1097280"/>
          </a:xfrm>
        </p:spPr>
        <p:txBody>
          <a:bodyPr/>
          <a:lstStyle>
            <a:lvl1pPr>
              <a:buClrTx/>
              <a:defRPr sz="813" b="0">
                <a:solidFill>
                  <a:schemeClr val="accent1"/>
                </a:solidFill>
              </a:defRPr>
            </a:lvl1pPr>
            <a:lvl2pPr>
              <a:defRPr sz="813" b="0">
                <a:solidFill>
                  <a:schemeClr val="accent1"/>
                </a:solidFill>
              </a:defRPr>
            </a:lvl2pPr>
            <a:lvl3pPr>
              <a:defRPr sz="813" b="0">
                <a:solidFill>
                  <a:schemeClr val="accent1"/>
                </a:solidFill>
              </a:defRPr>
            </a:lvl3pPr>
            <a:lvl4pPr>
              <a:buClrTx/>
              <a:defRPr sz="900" b="0">
                <a:solidFill>
                  <a:schemeClr val="accent1"/>
                </a:solidFill>
              </a:defRPr>
            </a:lvl4pPr>
            <a:lvl5pPr>
              <a:buClrTx/>
              <a:defRPr sz="813" b="0">
                <a:solidFill>
                  <a:schemeClr val="accent1"/>
                </a:solidFill>
              </a:defRPr>
            </a:lvl5pPr>
          </a:lstStyle>
          <a:p>
            <a:pPr lvl="3"/>
            <a:r>
              <a:rPr lang="en-US"/>
              <a:t>Bio highlights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9762714C-9430-D2B6-6111-592CBA2B3C0C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9323126" y="4974543"/>
            <a:ext cx="2138289" cy="1097280"/>
          </a:xfrm>
        </p:spPr>
        <p:txBody>
          <a:bodyPr vert="horz" wrap="square" lIns="0" tIns="0" rIns="0" bIns="0" rtlCol="0">
            <a:noAutofit/>
          </a:bodyPr>
          <a:lstStyle>
            <a:lvl1pPr>
              <a:buClrTx/>
              <a:defRPr sz="813" b="0">
                <a:solidFill>
                  <a:schemeClr val="accent1"/>
                </a:solidFill>
              </a:defRPr>
            </a:lvl1pPr>
            <a:lvl2pPr>
              <a:defRPr sz="813" b="0">
                <a:solidFill>
                  <a:schemeClr val="accent1"/>
                </a:solidFill>
              </a:defRPr>
            </a:lvl2pPr>
            <a:lvl3pPr>
              <a:defRPr sz="813" b="0">
                <a:solidFill>
                  <a:schemeClr val="accent1"/>
                </a:solidFill>
              </a:defRPr>
            </a:lvl3pPr>
            <a:lvl4pPr>
              <a:buClrTx/>
              <a:defRPr lang="en-US" sz="900" b="0" dirty="0">
                <a:solidFill>
                  <a:schemeClr val="accent1"/>
                </a:solidFill>
              </a:defRPr>
            </a:lvl4pPr>
            <a:lvl5pPr>
              <a:buClrTx/>
              <a:defRPr sz="813" b="0">
                <a:solidFill>
                  <a:schemeClr val="accent1"/>
                </a:solidFill>
              </a:defRPr>
            </a:lvl5pPr>
          </a:lstStyle>
          <a:p>
            <a:pPr lvl="3"/>
            <a:r>
              <a:rPr lang="en-US"/>
              <a:t>Bio highlights</a:t>
            </a:r>
          </a:p>
        </p:txBody>
      </p:sp>
      <p:sp>
        <p:nvSpPr>
          <p:cNvPr id="28" name="Text Placeholder 52">
            <a:extLst>
              <a:ext uri="{FF2B5EF4-FFF2-40B4-BE49-F238E27FC236}">
                <a16:creationId xmlns:a16="http://schemas.microsoft.com/office/drawing/2014/main" id="{34FC3B0C-D03A-1BD6-9ECE-6CFA0EE9AC31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3103612" y="4351083"/>
            <a:ext cx="1012874" cy="5486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 kern="800" spc="0" baseline="0">
                <a:solidFill>
                  <a:schemeClr val="accent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9" name="Text Placeholder 52">
            <a:extLst>
              <a:ext uri="{FF2B5EF4-FFF2-40B4-BE49-F238E27FC236}">
                <a16:creationId xmlns:a16="http://schemas.microsoft.com/office/drawing/2014/main" id="{6DBC411E-422F-0810-6993-C91D3911A046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103612" y="3777797"/>
            <a:ext cx="1012874" cy="5486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000" b="1" i="0" kern="800" spc="0" baseline="0">
                <a:solidFill>
                  <a:schemeClr val="accent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3" name="Text Placeholder 52">
            <a:extLst>
              <a:ext uri="{FF2B5EF4-FFF2-40B4-BE49-F238E27FC236}">
                <a16:creationId xmlns:a16="http://schemas.microsoft.com/office/drawing/2014/main" id="{6D82E13D-A135-ED7F-F9EA-5572DFB7C175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5556108" y="4351083"/>
            <a:ext cx="1012874" cy="5486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 kern="800" spc="0" baseline="0">
                <a:solidFill>
                  <a:schemeClr val="accent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4" name="Picture Placeholder 8">
            <a:extLst>
              <a:ext uri="{FF2B5EF4-FFF2-40B4-BE49-F238E27FC236}">
                <a16:creationId xmlns:a16="http://schemas.microsoft.com/office/drawing/2014/main" id="{DA8C03ED-EF5A-259D-519F-9A2A497B1463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4430762" y="3757823"/>
            <a:ext cx="1012874" cy="1143000"/>
          </a:xfrm>
          <a:solidFill>
            <a:srgbClr val="D9D9D9"/>
          </a:solidFill>
          <a:ln w="12700">
            <a:solidFill>
              <a:schemeClr val="bg1"/>
            </a:solidFill>
          </a:ln>
        </p:spPr>
        <p:txBody>
          <a:bodyPr lIns="0" tIns="72000" rIns="0" bIns="72000">
            <a:noAutofit/>
          </a:bodyPr>
          <a:lstStyle>
            <a:lvl1pPr algn="ctr">
              <a:defRPr sz="975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HEADSHOT</a:t>
            </a:r>
          </a:p>
        </p:txBody>
      </p:sp>
      <p:sp>
        <p:nvSpPr>
          <p:cNvPr id="35" name="Text Placeholder 52">
            <a:extLst>
              <a:ext uri="{FF2B5EF4-FFF2-40B4-BE49-F238E27FC236}">
                <a16:creationId xmlns:a16="http://schemas.microsoft.com/office/drawing/2014/main" id="{EA610F76-1B55-A075-6982-2A8F54BAF606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5556108" y="3777797"/>
            <a:ext cx="1012874" cy="5486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000" b="1" i="0" kern="800" spc="0" baseline="0">
                <a:solidFill>
                  <a:schemeClr val="accent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8" name="Text Placeholder 52">
            <a:extLst>
              <a:ext uri="{FF2B5EF4-FFF2-40B4-BE49-F238E27FC236}">
                <a16:creationId xmlns:a16="http://schemas.microsoft.com/office/drawing/2014/main" id="{79FB7260-CC42-CA55-EE73-5874ACA3D252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8008604" y="4351083"/>
            <a:ext cx="1012874" cy="5486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 kern="800" spc="0" baseline="0">
                <a:solidFill>
                  <a:schemeClr val="accent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9" name="Picture Placeholder 8">
            <a:extLst>
              <a:ext uri="{FF2B5EF4-FFF2-40B4-BE49-F238E27FC236}">
                <a16:creationId xmlns:a16="http://schemas.microsoft.com/office/drawing/2014/main" id="{08A47796-039C-36B2-EC25-C8BAFCA684FA}"/>
              </a:ext>
            </a:extLst>
          </p:cNvPr>
          <p:cNvSpPr>
            <a:spLocks noGrp="1"/>
          </p:cNvSpPr>
          <p:nvPr>
            <p:ph type="pic" sz="quarter" idx="78" hasCustomPrompt="1"/>
          </p:nvPr>
        </p:nvSpPr>
        <p:spPr>
          <a:xfrm>
            <a:off x="6883258" y="3757823"/>
            <a:ext cx="1012874" cy="1143000"/>
          </a:xfrm>
          <a:solidFill>
            <a:srgbClr val="D9D9D9"/>
          </a:solidFill>
          <a:ln w="12700">
            <a:solidFill>
              <a:schemeClr val="bg1"/>
            </a:solidFill>
          </a:ln>
        </p:spPr>
        <p:txBody>
          <a:bodyPr lIns="0" tIns="72000" rIns="0" bIns="72000">
            <a:noAutofit/>
          </a:bodyPr>
          <a:lstStyle>
            <a:lvl1pPr algn="ctr">
              <a:defRPr sz="975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HEADSHOT</a:t>
            </a:r>
          </a:p>
        </p:txBody>
      </p:sp>
      <p:sp>
        <p:nvSpPr>
          <p:cNvPr id="50" name="Text Placeholder 52">
            <a:extLst>
              <a:ext uri="{FF2B5EF4-FFF2-40B4-BE49-F238E27FC236}">
                <a16:creationId xmlns:a16="http://schemas.microsoft.com/office/drawing/2014/main" id="{35A135EC-3632-F826-561C-6BCB64EF28BE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8008604" y="3777797"/>
            <a:ext cx="1012874" cy="5486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000" b="1" i="0" kern="800" spc="0" baseline="0">
                <a:solidFill>
                  <a:schemeClr val="accent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1" name="Text Placeholder 52">
            <a:extLst>
              <a:ext uri="{FF2B5EF4-FFF2-40B4-BE49-F238E27FC236}">
                <a16:creationId xmlns:a16="http://schemas.microsoft.com/office/drawing/2014/main" id="{489718B1-0F6E-1D54-AAFF-859A768F61ED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0448474" y="4351083"/>
            <a:ext cx="1012874" cy="5486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 kern="800" spc="0" baseline="0">
                <a:solidFill>
                  <a:schemeClr val="accent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2" name="Picture Placeholder 8">
            <a:extLst>
              <a:ext uri="{FF2B5EF4-FFF2-40B4-BE49-F238E27FC236}">
                <a16:creationId xmlns:a16="http://schemas.microsoft.com/office/drawing/2014/main" id="{C4035F5E-A9D2-CEF0-3650-4B1D64D18BF6}"/>
              </a:ext>
            </a:extLst>
          </p:cNvPr>
          <p:cNvSpPr>
            <a:spLocks noGrp="1"/>
          </p:cNvSpPr>
          <p:nvPr>
            <p:ph type="pic" sz="quarter" idx="81" hasCustomPrompt="1"/>
          </p:nvPr>
        </p:nvSpPr>
        <p:spPr>
          <a:xfrm>
            <a:off x="9323127" y="3757823"/>
            <a:ext cx="1012874" cy="1143000"/>
          </a:xfrm>
          <a:solidFill>
            <a:srgbClr val="D9D9D9"/>
          </a:solidFill>
          <a:ln w="12700">
            <a:solidFill>
              <a:schemeClr val="bg1"/>
            </a:solidFill>
          </a:ln>
        </p:spPr>
        <p:txBody>
          <a:bodyPr lIns="0" tIns="72000" rIns="0" bIns="72000">
            <a:noAutofit/>
          </a:bodyPr>
          <a:lstStyle>
            <a:lvl1pPr algn="ctr">
              <a:defRPr sz="975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HEADSHOT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CA64625F-192A-C489-2232-B0E1E5CEBEFA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10448474" y="3777797"/>
            <a:ext cx="1012874" cy="5486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000" b="1" i="0" kern="800" spc="0" baseline="0">
                <a:solidFill>
                  <a:schemeClr val="accent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2928950-2163-C189-E2AC-E5E03FEF57E0}"/>
              </a:ext>
            </a:extLst>
          </p:cNvPr>
          <p:cNvCxnSpPr>
            <a:cxnSpLocks/>
          </p:cNvCxnSpPr>
          <p:nvPr userDrawn="1"/>
        </p:nvCxnSpPr>
        <p:spPr>
          <a:xfrm>
            <a:off x="3103613" y="1983545"/>
            <a:ext cx="576775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300CB9F-8BC6-FEE5-BE2B-C74B08ED9AFC}"/>
              </a:ext>
            </a:extLst>
          </p:cNvPr>
          <p:cNvCxnSpPr>
            <a:cxnSpLocks/>
          </p:cNvCxnSpPr>
          <p:nvPr userDrawn="1"/>
        </p:nvCxnSpPr>
        <p:spPr>
          <a:xfrm>
            <a:off x="5561789" y="1983545"/>
            <a:ext cx="576775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EDE9241-0BE2-C172-DA28-2A51A9901F5B}"/>
              </a:ext>
            </a:extLst>
          </p:cNvPr>
          <p:cNvCxnSpPr>
            <a:cxnSpLocks/>
          </p:cNvCxnSpPr>
          <p:nvPr userDrawn="1"/>
        </p:nvCxnSpPr>
        <p:spPr>
          <a:xfrm>
            <a:off x="8019963" y="1983545"/>
            <a:ext cx="576775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DCF7C55-13D5-21B1-F0B8-DEDF0692DB4C}"/>
              </a:ext>
            </a:extLst>
          </p:cNvPr>
          <p:cNvCxnSpPr>
            <a:cxnSpLocks/>
          </p:cNvCxnSpPr>
          <p:nvPr userDrawn="1"/>
        </p:nvCxnSpPr>
        <p:spPr>
          <a:xfrm>
            <a:off x="10437377" y="1983545"/>
            <a:ext cx="576775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D48233A-4A96-0E2C-940D-187A8CD376B7}"/>
              </a:ext>
            </a:extLst>
          </p:cNvPr>
          <p:cNvCxnSpPr>
            <a:cxnSpLocks/>
          </p:cNvCxnSpPr>
          <p:nvPr userDrawn="1"/>
        </p:nvCxnSpPr>
        <p:spPr>
          <a:xfrm>
            <a:off x="3103613" y="4895558"/>
            <a:ext cx="576775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E12C688-BB86-C9CB-B58D-B8C4B3917610}"/>
              </a:ext>
            </a:extLst>
          </p:cNvPr>
          <p:cNvCxnSpPr>
            <a:cxnSpLocks/>
          </p:cNvCxnSpPr>
          <p:nvPr userDrawn="1"/>
        </p:nvCxnSpPr>
        <p:spPr>
          <a:xfrm>
            <a:off x="5561789" y="4895558"/>
            <a:ext cx="576775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D7B4D622-4F18-1D4E-F3D0-A4C93D85C7F5}"/>
              </a:ext>
            </a:extLst>
          </p:cNvPr>
          <p:cNvCxnSpPr>
            <a:cxnSpLocks/>
          </p:cNvCxnSpPr>
          <p:nvPr userDrawn="1"/>
        </p:nvCxnSpPr>
        <p:spPr>
          <a:xfrm>
            <a:off x="8019963" y="4895558"/>
            <a:ext cx="576775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195B720-BB8F-A915-990B-1217D06CB07D}"/>
              </a:ext>
            </a:extLst>
          </p:cNvPr>
          <p:cNvCxnSpPr>
            <a:cxnSpLocks/>
          </p:cNvCxnSpPr>
          <p:nvPr userDrawn="1"/>
        </p:nvCxnSpPr>
        <p:spPr>
          <a:xfrm>
            <a:off x="10437377" y="4895558"/>
            <a:ext cx="576775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FE0EA43A-4688-B370-5851-0B08045ABF9F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>
          <a:xfrm>
            <a:off x="8818643" y="6309064"/>
            <a:ext cx="2777437" cy="247634"/>
          </a:xfrm>
        </p:spPr>
        <p:txBody>
          <a:bodyPr vert="horz" lIns="0" tIns="0" rIns="0" bIns="0" rtlCol="0" anchor="b"/>
          <a:lstStyle>
            <a:lvl1pPr>
              <a:defRPr lang="en-US" dirty="0"/>
            </a:lvl1pPr>
          </a:lstStyle>
          <a:p>
            <a:pPr algn="r"/>
            <a:r>
              <a:rPr lang="en-US"/>
              <a:t>CONFIDENTIAL: NOT FOR DISTRIBUTION</a:t>
            </a:r>
            <a:endParaRPr lang="en-US" sz="1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78E010B-C323-136B-BB91-E069D0262A8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5925" y="6309064"/>
            <a:ext cx="2777437" cy="24763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700" b="0" smtClean="0">
                <a:latin typeface="+mn-lt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defTabSz="1043056"/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4611273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0F628-2A0A-9E3A-F45F-B6381B384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858000"/>
            <a:ext cx="0" cy="0"/>
          </a:xfrm>
          <a:noFill/>
          <a:ln>
            <a:noFill/>
          </a:ln>
        </p:spPr>
        <p:txBody>
          <a:bodyPr/>
          <a:lstStyle>
            <a:lvl1pPr>
              <a:defRPr sz="100">
                <a:ln>
                  <a:noFill/>
                </a:ln>
                <a:noFill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8085BB-CA6A-5340-B633-0D0F8A0214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CONFIDENTIAL: NOT FOR DISTRIBUTION</a:t>
            </a:r>
            <a:endParaRPr lang="en-US" sz="10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01287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 - Dark">
    <p:bg>
      <p:bgPr>
        <a:solidFill>
          <a:srgbClr val="002B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FE0EA43A-4688-B370-5851-0B08045ABF9F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>
          <a:xfrm rot="2910462">
            <a:off x="0" y="6858000"/>
            <a:ext cx="0" cy="0"/>
          </a:xfrm>
          <a:noFill/>
          <a:ln>
            <a:noFill/>
          </a:ln>
        </p:spPr>
        <p:txBody>
          <a:bodyPr vert="horz" lIns="0" tIns="0" rIns="0" bIns="0" rtlCol="0" anchor="t" anchorCtr="0"/>
          <a:lstStyle>
            <a:lvl1pPr algn="l">
              <a:defRPr lang="en-US" dirty="0">
                <a:ln>
                  <a:noFill/>
                </a:ln>
                <a:noFill/>
              </a:defRPr>
            </a:lvl1pPr>
          </a:lstStyle>
          <a:p>
            <a:r>
              <a:rPr lang="en-US"/>
              <a:t>CONFIDENTIAL: NOT FOR DISTRIBUTION</a:t>
            </a:r>
          </a:p>
        </p:txBody>
      </p:sp>
      <p:pic>
        <p:nvPicPr>
          <p:cNvPr id="11" name="Graphic 10" descr="Home with solid fill">
            <a:hlinkClick r:id="" action="ppaction://noaction"/>
            <a:extLst>
              <a:ext uri="{FF2B5EF4-FFF2-40B4-BE49-F238E27FC236}">
                <a16:creationId xmlns:a16="http://schemas.microsoft.com/office/drawing/2014/main" id="{E8BE5D2B-6A6A-D8E8-2CEF-9909CDEE6D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84429" y="99023"/>
            <a:ext cx="283169" cy="283169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0F38FC-8BC1-F5FF-585D-20F3F007A8A2}"/>
              </a:ext>
            </a:extLst>
          </p:cNvPr>
          <p:cNvCxnSpPr>
            <a:cxnSpLocks/>
          </p:cNvCxnSpPr>
          <p:nvPr userDrawn="1"/>
        </p:nvCxnSpPr>
        <p:spPr>
          <a:xfrm>
            <a:off x="644480" y="4586514"/>
            <a:ext cx="0" cy="227148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A9D6C668-9F38-0F65-5C36-4F4F8EC26B6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05155" y="3147383"/>
            <a:ext cx="2315980" cy="99494"/>
          </a:xfrm>
          <a:prstGeom prst="rect">
            <a:avLst/>
          </a:prstGeom>
        </p:spPr>
      </p:pic>
      <p:sp>
        <p:nvSpPr>
          <p:cNvPr id="15" name="Text Placeholder 60">
            <a:extLst>
              <a:ext uri="{FF2B5EF4-FFF2-40B4-BE49-F238E27FC236}">
                <a16:creationId xmlns:a16="http://schemas.microsoft.com/office/drawing/2014/main" id="{B04D2FE1-2151-AD91-5CCC-4C74D07889AC}"/>
              </a:ext>
            </a:extLst>
          </p:cNvPr>
          <p:cNvSpPr txBox="1">
            <a:spLocks/>
          </p:cNvSpPr>
          <p:nvPr userDrawn="1"/>
        </p:nvSpPr>
        <p:spPr>
          <a:xfrm>
            <a:off x="1149273" y="5700873"/>
            <a:ext cx="1717590" cy="833786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0" indent="0" algn="l" defTabSz="865721" rtl="0" eaLnBrk="1" latinLnBrk="0" hangingPunct="1">
              <a:spcBef>
                <a:spcPts val="0"/>
              </a:spcBef>
              <a:spcAft>
                <a:spcPts val="706"/>
              </a:spcAft>
              <a:buFont typeface="Arial" panose="020B0604020202020204" pitchFamily="34" charset="0"/>
              <a:buNone/>
              <a:defRPr sz="706" b="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 algn="l" defTabSz="865721" rtl="0" eaLnBrk="1" latinLnBrk="0" hangingPunct="1">
              <a:spcBef>
                <a:spcPts val="0"/>
              </a:spcBef>
              <a:spcAft>
                <a:spcPts val="529"/>
              </a:spcAft>
              <a:buFont typeface="Arial" panose="020B0604020202020204" pitchFamily="34" charset="0"/>
              <a:buNone/>
              <a:defRPr sz="664" b="0" kern="1200" cap="none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 marL="1318" indent="0" algn="l" defTabSz="865721" rtl="0" eaLnBrk="1" latinLnBrk="0" hangingPunct="1">
              <a:spcBef>
                <a:spcPts val="0"/>
              </a:spcBef>
              <a:spcAft>
                <a:spcPts val="529"/>
              </a:spcAft>
              <a:buFont typeface="Arial" panose="020B0604020202020204" pitchFamily="34" charset="0"/>
              <a:buNone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2009" indent="-162009" algn="l" defTabSz="865721" rtl="0" eaLnBrk="1" latinLnBrk="0" hangingPunct="1">
              <a:spcBef>
                <a:spcPts val="0"/>
              </a:spcBef>
              <a:spcAft>
                <a:spcPts val="529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317664" indent="-155655" algn="l" defTabSz="865721" rtl="0" eaLnBrk="1" latinLnBrk="0" hangingPunct="1">
              <a:spcBef>
                <a:spcPts val="0"/>
              </a:spcBef>
              <a:spcAft>
                <a:spcPts val="529"/>
              </a:spcAft>
              <a:buClr>
                <a:schemeClr val="tx1"/>
              </a:buClr>
              <a:buFont typeface="Segoe UI" panose="020B0502040204020203" pitchFamily="34" charset="0"/>
              <a:buChar char="–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476275" indent="-161094" algn="l" defTabSz="865721" rtl="0" eaLnBrk="1" latinLnBrk="0" hangingPunct="1">
              <a:spcBef>
                <a:spcPts val="0"/>
              </a:spcBef>
              <a:spcAft>
                <a:spcPts val="529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37369" indent="-161094" algn="l" defTabSz="865721" rtl="0" eaLnBrk="1" latinLnBrk="0" hangingPunct="1">
              <a:spcBef>
                <a:spcPts val="0"/>
              </a:spcBef>
              <a:spcAft>
                <a:spcPts val="529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1094" indent="-161094" algn="l" defTabSz="865721" rtl="0" eaLnBrk="1" latinLnBrk="0" hangingPunct="1">
              <a:spcBef>
                <a:spcPts val="0"/>
              </a:spcBef>
              <a:spcAft>
                <a:spcPts val="529"/>
              </a:spcAft>
              <a:buClr>
                <a:schemeClr val="tx1"/>
              </a:buClr>
              <a:buFont typeface="+mj-lt"/>
              <a:buAutoNum type="arabicPeriod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3781" indent="-152689" algn="l" defTabSz="865721" rtl="0" eaLnBrk="1" latinLnBrk="0" hangingPunct="1">
              <a:spcBef>
                <a:spcPts val="0"/>
              </a:spcBef>
              <a:spcAft>
                <a:spcPts val="529"/>
              </a:spcAft>
              <a:buClr>
                <a:schemeClr val="tx1"/>
              </a:buClr>
              <a:buFont typeface="+mj-lt"/>
              <a:buAutoNum type="alphaLcPeriod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47"/>
              </a:lnSpc>
              <a:spcAft>
                <a:spcPts val="0"/>
              </a:spcAft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Alvarez &amp; Marsal Holdings, LLC. All rights reserved. ALVAREZ &amp; MARSAL®, </a:t>
            </a:r>
          </a:p>
          <a:p>
            <a:pPr>
              <a:lnSpc>
                <a:spcPts val="1047"/>
              </a:lnSpc>
              <a:spcAft>
                <a:spcPts val="0"/>
              </a:spcAft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     ® and A&amp;M® are trademarks of Alvarez &amp; Marsal Holdings, LLC.</a:t>
            </a:r>
          </a:p>
          <a:p>
            <a:pPr>
              <a:lnSpc>
                <a:spcPts val="1047"/>
              </a:lnSpc>
              <a:spcAft>
                <a:spcPts val="0"/>
              </a:spcAft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1047"/>
              </a:lnSpc>
              <a:spcAft>
                <a:spcPts val="0"/>
              </a:spcAft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© Copyright 2026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0E66150-EE35-13F3-7CA8-01FF0D6EE1D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259" y="5961393"/>
            <a:ext cx="116383" cy="102896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36F228D-080E-557F-A91B-677B7CE37B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5541" y="5021725"/>
            <a:ext cx="1327970" cy="106665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E1BA633-7670-8567-407E-2308F2CBF1AF}"/>
              </a:ext>
            </a:extLst>
          </p:cNvPr>
          <p:cNvCxnSpPr>
            <a:cxnSpLocks/>
          </p:cNvCxnSpPr>
          <p:nvPr userDrawn="1"/>
        </p:nvCxnSpPr>
        <p:spPr>
          <a:xfrm flipH="1">
            <a:off x="1140227" y="5557660"/>
            <a:ext cx="358140" cy="0"/>
          </a:xfrm>
          <a:prstGeom prst="line">
            <a:avLst/>
          </a:prstGeom>
          <a:ln w="25400">
            <a:solidFill>
              <a:srgbClr val="5E8A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Picture Placeholder 1">
            <a:extLst>
              <a:ext uri="{FF2B5EF4-FFF2-40B4-BE49-F238E27FC236}">
                <a16:creationId xmlns:a16="http://schemas.microsoft.com/office/drawing/2014/main" id="{D8EE0B1D-F826-BBE4-A52C-78B3DBD0661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256690" y="0"/>
            <a:ext cx="7970959" cy="6858000"/>
          </a:xfrm>
          <a:custGeom>
            <a:avLst/>
            <a:gdLst>
              <a:gd name="connsiteX0" fmla="*/ 6911016 w 7970959"/>
              <a:gd name="connsiteY0" fmla="*/ 828675 h 6858000"/>
              <a:gd name="connsiteX1" fmla="*/ 7967569 w 7970959"/>
              <a:gd name="connsiteY1" fmla="*/ 2694352 h 6858000"/>
              <a:gd name="connsiteX2" fmla="*/ 7967569 w 7970959"/>
              <a:gd name="connsiteY2" fmla="*/ 6858000 h 6858000"/>
              <a:gd name="connsiteX3" fmla="*/ 6911016 w 7970959"/>
              <a:gd name="connsiteY3" fmla="*/ 6858000 h 6858000"/>
              <a:gd name="connsiteX4" fmla="*/ 5107212 w 7970959"/>
              <a:gd name="connsiteY4" fmla="*/ 823912 h 6858000"/>
              <a:gd name="connsiteX5" fmla="*/ 5107212 w 7970959"/>
              <a:gd name="connsiteY5" fmla="*/ 6858000 h 6858000"/>
              <a:gd name="connsiteX6" fmla="*/ 4044893 w 7970959"/>
              <a:gd name="connsiteY6" fmla="*/ 6858000 h 6858000"/>
              <a:gd name="connsiteX7" fmla="*/ 4044893 w 7970959"/>
              <a:gd name="connsiteY7" fmla="*/ 2695575 h 6858000"/>
              <a:gd name="connsiteX8" fmla="*/ 7967569 w 7970959"/>
              <a:gd name="connsiteY8" fmla="*/ 0 h 6858000"/>
              <a:gd name="connsiteX9" fmla="*/ 7970959 w 7970959"/>
              <a:gd name="connsiteY9" fmla="*/ 0 h 6858000"/>
              <a:gd name="connsiteX10" fmla="*/ 7970959 w 7970959"/>
              <a:gd name="connsiteY10" fmla="*/ 2700338 h 6858000"/>
              <a:gd name="connsiteX11" fmla="*/ 7967569 w 7970959"/>
              <a:gd name="connsiteY11" fmla="*/ 2694352 h 6858000"/>
              <a:gd name="connsiteX12" fmla="*/ 5511226 w 7970959"/>
              <a:gd name="connsiteY12" fmla="*/ 0 h 6858000"/>
              <a:gd name="connsiteX13" fmla="*/ 6564039 w 7970959"/>
              <a:gd name="connsiteY13" fmla="*/ 0 h 6858000"/>
              <a:gd name="connsiteX14" fmla="*/ 6564039 w 7970959"/>
              <a:gd name="connsiteY14" fmla="*/ 6858000 h 6858000"/>
              <a:gd name="connsiteX15" fmla="*/ 5511226 w 7970959"/>
              <a:gd name="connsiteY15" fmla="*/ 6858000 h 6858000"/>
              <a:gd name="connsiteX16" fmla="*/ 4056776 w 7970959"/>
              <a:gd name="connsiteY16" fmla="*/ 0 h 6858000"/>
              <a:gd name="connsiteX17" fmla="*/ 5216534 w 7970959"/>
              <a:gd name="connsiteY17" fmla="*/ 0 h 6858000"/>
              <a:gd name="connsiteX18" fmla="*/ 1323739 w 7970959"/>
              <a:gd name="connsiteY18" fmla="*/ 6858000 h 6858000"/>
              <a:gd name="connsiteX19" fmla="*/ 0 w 7970959"/>
              <a:gd name="connsiteY1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970959" h="6858000">
                <a:moveTo>
                  <a:pt x="6911016" y="828675"/>
                </a:moveTo>
                <a:lnTo>
                  <a:pt x="7967569" y="2694352"/>
                </a:lnTo>
                <a:lnTo>
                  <a:pt x="7967569" y="6858000"/>
                </a:lnTo>
                <a:lnTo>
                  <a:pt x="6911016" y="6858000"/>
                </a:lnTo>
                <a:close/>
                <a:moveTo>
                  <a:pt x="5107212" y="823912"/>
                </a:moveTo>
                <a:lnTo>
                  <a:pt x="5107212" y="6858000"/>
                </a:lnTo>
                <a:lnTo>
                  <a:pt x="4044893" y="6858000"/>
                </a:lnTo>
                <a:lnTo>
                  <a:pt x="4044893" y="2695575"/>
                </a:lnTo>
                <a:close/>
                <a:moveTo>
                  <a:pt x="7967569" y="0"/>
                </a:moveTo>
                <a:lnTo>
                  <a:pt x="7970959" y="0"/>
                </a:lnTo>
                <a:lnTo>
                  <a:pt x="7970959" y="2700338"/>
                </a:lnTo>
                <a:lnTo>
                  <a:pt x="7967569" y="2694352"/>
                </a:lnTo>
                <a:close/>
                <a:moveTo>
                  <a:pt x="5511226" y="0"/>
                </a:moveTo>
                <a:lnTo>
                  <a:pt x="6564039" y="0"/>
                </a:lnTo>
                <a:lnTo>
                  <a:pt x="6564039" y="6858000"/>
                </a:lnTo>
                <a:lnTo>
                  <a:pt x="5511226" y="6858000"/>
                </a:lnTo>
                <a:close/>
                <a:moveTo>
                  <a:pt x="4056776" y="0"/>
                </a:moveTo>
                <a:lnTo>
                  <a:pt x="5216534" y="0"/>
                </a:lnTo>
                <a:lnTo>
                  <a:pt x="132373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90000"/>
              <a:lumOff val="1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or drag here to insert image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8DD80E25-D572-FA9F-0972-0BC188E1D35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lum bright="10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3094" y="622366"/>
            <a:ext cx="722220" cy="637437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05398-E457-FDAB-5731-6059B44CABE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35541" y="5230666"/>
            <a:ext cx="2777437" cy="107722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700" b="0" i="1" cap="all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defTabSz="1043056"/>
            <a:r>
              <a:rPr lang="en-US"/>
              <a:t>Confidential – Not for distribution</a:t>
            </a:r>
          </a:p>
        </p:txBody>
      </p:sp>
    </p:spTree>
    <p:extLst>
      <p:ext uri="{BB962C8B-B14F-4D97-AF65-F5344CB8AC3E}">
        <p14:creationId xmlns:p14="http://schemas.microsoft.com/office/powerpoint/2010/main" val="41314323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 -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C12CCBB-2703-DEFB-4F79-66B6D57F2750}"/>
              </a:ext>
            </a:extLst>
          </p:cNvPr>
          <p:cNvSpPr/>
          <p:nvPr userDrawn="1"/>
        </p:nvSpPr>
        <p:spPr>
          <a:xfrm>
            <a:off x="11756432" y="1896533"/>
            <a:ext cx="223902" cy="48624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588" algn="ctr">
              <a:spcAft>
                <a:spcPts val="400"/>
              </a:spcAft>
            </a:pPr>
            <a:endParaRPr lang="en-US" sz="1200" err="1">
              <a:solidFill>
                <a:schemeClr val="bg1"/>
              </a:solidFill>
            </a:endParaRPr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434AE27E-099D-0214-240E-5317AC07089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7865" t="24515" r="15521" b="26999"/>
          <a:stretch/>
        </p:blipFill>
        <p:spPr>
          <a:xfrm>
            <a:off x="2734174" y="181"/>
            <a:ext cx="9457826" cy="6857641"/>
          </a:xfrm>
          <a:prstGeom prst="rect">
            <a:avLst/>
          </a:prstGeom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FE0EA43A-4688-B370-5851-0B08045ABF9F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>
          <a:xfrm>
            <a:off x="0" y="6858000"/>
            <a:ext cx="0" cy="0"/>
          </a:xfrm>
          <a:noFill/>
          <a:ln>
            <a:noFill/>
          </a:ln>
        </p:spPr>
        <p:txBody>
          <a:bodyPr vert="horz" lIns="0" tIns="0" rIns="0" bIns="0" rtlCol="0" anchor="t" anchorCtr="0"/>
          <a:lstStyle>
            <a:lvl1pPr algn="l">
              <a:defRPr lang="en-US" sz="100" dirty="0">
                <a:ln>
                  <a:noFill/>
                </a:ln>
                <a:noFill/>
              </a:defRPr>
            </a:lvl1pPr>
          </a:lstStyle>
          <a:p>
            <a:r>
              <a:rPr lang="en-US"/>
              <a:t>CONFIDENTIAL: NOT FOR DISTRIBUTION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0F38FC-8BC1-F5FF-585D-20F3F007A8A2}"/>
              </a:ext>
            </a:extLst>
          </p:cNvPr>
          <p:cNvCxnSpPr>
            <a:cxnSpLocks/>
          </p:cNvCxnSpPr>
          <p:nvPr userDrawn="1"/>
        </p:nvCxnSpPr>
        <p:spPr>
          <a:xfrm>
            <a:off x="644480" y="4586514"/>
            <a:ext cx="0" cy="227148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60">
            <a:extLst>
              <a:ext uri="{FF2B5EF4-FFF2-40B4-BE49-F238E27FC236}">
                <a16:creationId xmlns:a16="http://schemas.microsoft.com/office/drawing/2014/main" id="{EF92A042-DFBA-66CE-69A0-EEAF18A2E851}"/>
              </a:ext>
            </a:extLst>
          </p:cNvPr>
          <p:cNvSpPr txBox="1">
            <a:spLocks/>
          </p:cNvSpPr>
          <p:nvPr userDrawn="1"/>
        </p:nvSpPr>
        <p:spPr>
          <a:xfrm>
            <a:off x="1149273" y="5700873"/>
            <a:ext cx="1717590" cy="833786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0" indent="0" algn="l" defTabSz="865721" rtl="0" eaLnBrk="1" latinLnBrk="0" hangingPunct="1">
              <a:spcBef>
                <a:spcPts val="0"/>
              </a:spcBef>
              <a:spcAft>
                <a:spcPts val="706"/>
              </a:spcAft>
              <a:buFont typeface="Arial" panose="020B0604020202020204" pitchFamily="34" charset="0"/>
              <a:buNone/>
              <a:defRPr sz="706" b="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 algn="l" defTabSz="865721" rtl="0" eaLnBrk="1" latinLnBrk="0" hangingPunct="1">
              <a:spcBef>
                <a:spcPts val="0"/>
              </a:spcBef>
              <a:spcAft>
                <a:spcPts val="529"/>
              </a:spcAft>
              <a:buFont typeface="Arial" panose="020B0604020202020204" pitchFamily="34" charset="0"/>
              <a:buNone/>
              <a:defRPr sz="664" b="0" kern="1200" cap="none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 marL="1318" indent="0" algn="l" defTabSz="865721" rtl="0" eaLnBrk="1" latinLnBrk="0" hangingPunct="1">
              <a:spcBef>
                <a:spcPts val="0"/>
              </a:spcBef>
              <a:spcAft>
                <a:spcPts val="529"/>
              </a:spcAft>
              <a:buFont typeface="Arial" panose="020B0604020202020204" pitchFamily="34" charset="0"/>
              <a:buNone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2009" indent="-162009" algn="l" defTabSz="865721" rtl="0" eaLnBrk="1" latinLnBrk="0" hangingPunct="1">
              <a:spcBef>
                <a:spcPts val="0"/>
              </a:spcBef>
              <a:spcAft>
                <a:spcPts val="529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317664" indent="-155655" algn="l" defTabSz="865721" rtl="0" eaLnBrk="1" latinLnBrk="0" hangingPunct="1">
              <a:spcBef>
                <a:spcPts val="0"/>
              </a:spcBef>
              <a:spcAft>
                <a:spcPts val="529"/>
              </a:spcAft>
              <a:buClr>
                <a:schemeClr val="tx1"/>
              </a:buClr>
              <a:buFont typeface="Segoe UI" panose="020B0502040204020203" pitchFamily="34" charset="0"/>
              <a:buChar char="–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476275" indent="-161094" algn="l" defTabSz="865721" rtl="0" eaLnBrk="1" latinLnBrk="0" hangingPunct="1">
              <a:spcBef>
                <a:spcPts val="0"/>
              </a:spcBef>
              <a:spcAft>
                <a:spcPts val="529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37369" indent="-161094" algn="l" defTabSz="865721" rtl="0" eaLnBrk="1" latinLnBrk="0" hangingPunct="1">
              <a:spcBef>
                <a:spcPts val="0"/>
              </a:spcBef>
              <a:spcAft>
                <a:spcPts val="529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1094" indent="-161094" algn="l" defTabSz="865721" rtl="0" eaLnBrk="1" latinLnBrk="0" hangingPunct="1">
              <a:spcBef>
                <a:spcPts val="0"/>
              </a:spcBef>
              <a:spcAft>
                <a:spcPts val="529"/>
              </a:spcAft>
              <a:buClr>
                <a:schemeClr val="tx1"/>
              </a:buClr>
              <a:buFont typeface="+mj-lt"/>
              <a:buAutoNum type="arabicPeriod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3781" indent="-152689" algn="l" defTabSz="865721" rtl="0" eaLnBrk="1" latinLnBrk="0" hangingPunct="1">
              <a:spcBef>
                <a:spcPts val="0"/>
              </a:spcBef>
              <a:spcAft>
                <a:spcPts val="529"/>
              </a:spcAft>
              <a:buClr>
                <a:schemeClr val="tx1"/>
              </a:buClr>
              <a:buFont typeface="+mj-lt"/>
              <a:buAutoNum type="alphaLcPeriod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47"/>
              </a:lnSpc>
              <a:spcAft>
                <a:spcPts val="0"/>
              </a:spcAft>
            </a:pPr>
            <a:r>
              <a:rPr lang="en-US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Alvarez &amp; Marsal Holdings, LLC. All rights reserved. ALVAREZ &amp; MARSAL®, </a:t>
            </a:r>
          </a:p>
          <a:p>
            <a:pPr>
              <a:lnSpc>
                <a:spcPts val="1047"/>
              </a:lnSpc>
              <a:spcAft>
                <a:spcPts val="0"/>
              </a:spcAft>
            </a:pPr>
            <a:r>
              <a:rPr lang="en-US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® and A&amp;M® are trademarks of Alvarez &amp; Marsal Holdings, LLC.</a:t>
            </a:r>
          </a:p>
          <a:p>
            <a:pPr>
              <a:lnSpc>
                <a:spcPts val="1047"/>
              </a:lnSpc>
              <a:spcAft>
                <a:spcPts val="0"/>
              </a:spcAft>
            </a:pPr>
            <a:endParaRPr lang="en-US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1047"/>
              </a:lnSpc>
              <a:spcAft>
                <a:spcPts val="0"/>
              </a:spcAft>
            </a:pPr>
            <a:r>
              <a:rPr lang="en-US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Copyright 2026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A5BCA5F-F80D-C881-524F-DE2CCCBF9C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5541" y="5021725"/>
            <a:ext cx="1327970" cy="106665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E21870-2005-7B94-92AB-17FF7A2131DD}"/>
              </a:ext>
            </a:extLst>
          </p:cNvPr>
          <p:cNvCxnSpPr>
            <a:cxnSpLocks/>
          </p:cNvCxnSpPr>
          <p:nvPr userDrawn="1"/>
        </p:nvCxnSpPr>
        <p:spPr>
          <a:xfrm flipH="1">
            <a:off x="1140227" y="5557660"/>
            <a:ext cx="358140" cy="0"/>
          </a:xfrm>
          <a:prstGeom prst="line">
            <a:avLst/>
          </a:prstGeom>
          <a:ln w="25400">
            <a:solidFill>
              <a:srgbClr val="5E8A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C3DD1A2F-8AA0-D4F1-BFC0-9893CB0301A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lum bright="-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05155" y="3147383"/>
            <a:ext cx="2315980" cy="9949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69FBD3F2-FAC3-A6A7-D384-C2F03527801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3094" y="622366"/>
            <a:ext cx="722220" cy="637437"/>
          </a:xfrm>
          <a:prstGeom prst="rect">
            <a:avLst/>
          </a:prstGeom>
        </p:spPr>
      </p:pic>
      <p:sp>
        <p:nvSpPr>
          <p:cNvPr id="9" name="Picture Placeholder 1">
            <a:extLst>
              <a:ext uri="{FF2B5EF4-FFF2-40B4-BE49-F238E27FC236}">
                <a16:creationId xmlns:a16="http://schemas.microsoft.com/office/drawing/2014/main" id="{C961E5C1-8EC1-E3DF-3AD8-608C4F89936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678169" y="-2"/>
            <a:ext cx="8518054" cy="6858000"/>
          </a:xfrm>
          <a:custGeom>
            <a:avLst/>
            <a:gdLst>
              <a:gd name="connsiteX0" fmla="*/ 5998923 w 6920919"/>
              <a:gd name="connsiteY0" fmla="*/ 1635919 h 6858000"/>
              <a:gd name="connsiteX1" fmla="*/ 6920919 w 6920919"/>
              <a:gd name="connsiteY1" fmla="*/ 3257551 h 6858000"/>
              <a:gd name="connsiteX2" fmla="*/ 6920919 w 6920919"/>
              <a:gd name="connsiteY2" fmla="*/ 6858000 h 6858000"/>
              <a:gd name="connsiteX3" fmla="*/ 5998923 w 6920919"/>
              <a:gd name="connsiteY3" fmla="*/ 6858000 h 6858000"/>
              <a:gd name="connsiteX4" fmla="*/ 4786274 w 6920919"/>
              <a:gd name="connsiteY4" fmla="*/ 466724 h 6858000"/>
              <a:gd name="connsiteX5" fmla="*/ 1150707 w 6920919"/>
              <a:gd name="connsiteY5" fmla="*/ 6857999 h 6858000"/>
              <a:gd name="connsiteX6" fmla="*/ 3514064 w 6920919"/>
              <a:gd name="connsiteY6" fmla="*/ 6857999 h 6858000"/>
              <a:gd name="connsiteX7" fmla="*/ 3514064 w 6920919"/>
              <a:gd name="connsiteY7" fmla="*/ 3252787 h 6858000"/>
              <a:gd name="connsiteX8" fmla="*/ 4433676 w 6920919"/>
              <a:gd name="connsiteY8" fmla="*/ 1633536 h 6858000"/>
              <a:gd name="connsiteX9" fmla="*/ 4433676 w 6920919"/>
              <a:gd name="connsiteY9" fmla="*/ 6857999 h 6858000"/>
              <a:gd name="connsiteX10" fmla="*/ 4786274 w 6920919"/>
              <a:gd name="connsiteY10" fmla="*/ 6857999 h 6858000"/>
              <a:gd name="connsiteX11" fmla="*/ 4069167 w 6920919"/>
              <a:gd name="connsiteY11" fmla="*/ 0 h 6858000"/>
              <a:gd name="connsiteX12" fmla="*/ 5701121 w 6920919"/>
              <a:gd name="connsiteY12" fmla="*/ 0 h 6858000"/>
              <a:gd name="connsiteX13" fmla="*/ 5701121 w 6920919"/>
              <a:gd name="connsiteY13" fmla="*/ 6858000 h 6858000"/>
              <a:gd name="connsiteX14" fmla="*/ 0 w 6920919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920919" h="6858000">
                <a:moveTo>
                  <a:pt x="5998923" y="1635919"/>
                </a:moveTo>
                <a:lnTo>
                  <a:pt x="6920919" y="3257551"/>
                </a:lnTo>
                <a:lnTo>
                  <a:pt x="6920919" y="6858000"/>
                </a:lnTo>
                <a:lnTo>
                  <a:pt x="5998923" y="6858000"/>
                </a:lnTo>
                <a:close/>
                <a:moveTo>
                  <a:pt x="4786274" y="466724"/>
                </a:moveTo>
                <a:lnTo>
                  <a:pt x="1150707" y="6857999"/>
                </a:lnTo>
                <a:lnTo>
                  <a:pt x="3514064" y="6857999"/>
                </a:lnTo>
                <a:lnTo>
                  <a:pt x="3514064" y="3252787"/>
                </a:lnTo>
                <a:lnTo>
                  <a:pt x="4433676" y="1633536"/>
                </a:lnTo>
                <a:lnTo>
                  <a:pt x="4433676" y="6857999"/>
                </a:lnTo>
                <a:lnTo>
                  <a:pt x="4786274" y="6857999"/>
                </a:lnTo>
                <a:close/>
                <a:moveTo>
                  <a:pt x="4069167" y="0"/>
                </a:moveTo>
                <a:lnTo>
                  <a:pt x="5701121" y="0"/>
                </a:lnTo>
                <a:lnTo>
                  <a:pt x="570112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or drag here to add image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86B7E284-259C-5520-121A-3BEF550F935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259" y="5961393"/>
            <a:ext cx="124322" cy="109728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922681C-25A2-BC76-EFDA-FA5FA709785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35541" y="5230666"/>
            <a:ext cx="2777437" cy="107722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700" b="0" i="1" cap="all" baseline="0" dirty="0">
                <a:solidFill>
                  <a:srgbClr val="3B393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defTabSz="1043056"/>
            <a:r>
              <a:rPr lang="en-US"/>
              <a:t>Confidential – Not for distribution</a:t>
            </a:r>
          </a:p>
        </p:txBody>
      </p:sp>
    </p:spTree>
    <p:extLst>
      <p:ext uri="{BB962C8B-B14F-4D97-AF65-F5344CB8AC3E}">
        <p14:creationId xmlns:p14="http://schemas.microsoft.com/office/powerpoint/2010/main" val="30632935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850" y="-2"/>
            <a:ext cx="12191152" cy="6858002"/>
          </a:xfrm>
          <a:solidFill>
            <a:schemeClr val="accent1"/>
          </a:solidFill>
        </p:spPr>
        <p:txBody>
          <a:bodyPr lIns="72000" tIns="72000" rIns="72000" bIns="72000">
            <a:noAutofit/>
          </a:bodyPr>
          <a:lstStyle>
            <a:lvl1pPr algn="ctr">
              <a:defRPr sz="1412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8C702-320F-490A-A0D6-DE4C03C4B6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254094" y="1680788"/>
            <a:ext cx="4166994" cy="1725963"/>
          </a:xfrm>
        </p:spPr>
        <p:txBody>
          <a:bodyPr anchor="t" anchorCtr="0"/>
          <a:lstStyle>
            <a:lvl1pPr>
              <a:lnSpc>
                <a:spcPct val="90000"/>
              </a:lnSpc>
              <a:spcAft>
                <a:spcPts val="0"/>
              </a:spcAft>
              <a:defRPr sz="3200" b="1">
                <a:solidFill>
                  <a:schemeClr val="bg1"/>
                </a:solidFill>
              </a:defRPr>
            </a:lvl1pPr>
            <a:lvl2pPr>
              <a:spcAft>
                <a:spcPts val="0"/>
              </a:spcAft>
              <a:defRPr sz="1412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DE0D26-8780-0894-CF34-A1AE894A2097}"/>
              </a:ext>
            </a:extLst>
          </p:cNvPr>
          <p:cNvCxnSpPr>
            <a:cxnSpLocks/>
          </p:cNvCxnSpPr>
          <p:nvPr userDrawn="1"/>
        </p:nvCxnSpPr>
        <p:spPr>
          <a:xfrm>
            <a:off x="1254096" y="1352290"/>
            <a:ext cx="692247" cy="0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BC8D754-FB3D-EEBE-4619-06309E62A12D}"/>
              </a:ext>
            </a:extLst>
          </p:cNvPr>
          <p:cNvCxnSpPr>
            <a:cxnSpLocks/>
          </p:cNvCxnSpPr>
          <p:nvPr userDrawn="1"/>
        </p:nvCxnSpPr>
        <p:spPr>
          <a:xfrm>
            <a:off x="11865940" y="0"/>
            <a:ext cx="0" cy="52285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hlinkClick r:id="" action="ppaction://noaction"/>
            <a:extLst>
              <a:ext uri="{FF2B5EF4-FFF2-40B4-BE49-F238E27FC236}">
                <a16:creationId xmlns:a16="http://schemas.microsoft.com/office/drawing/2014/main" id="{760E63AC-A904-0402-8E49-E956C061BA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1252060" y="5900564"/>
            <a:ext cx="1204205" cy="11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4342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O_NOT_DELETE_UpSlide 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1F0CB3-C10E-0047-2606-FDB378916964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1998" cy="6858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588" algn="ctr">
              <a:spcAft>
                <a:spcPts val="400"/>
              </a:spcAft>
            </a:pP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8C702-320F-490A-A0D6-DE4C03C4B6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397774" y="1749648"/>
            <a:ext cx="6074672" cy="483489"/>
          </a:xfrm>
        </p:spPr>
        <p:txBody>
          <a:bodyPr anchor="t" anchorCtr="0"/>
          <a:lstStyle>
            <a:lvl1pPr>
              <a:lnSpc>
                <a:spcPct val="90000"/>
              </a:lnSpc>
              <a:spcAft>
                <a:spcPts val="0"/>
              </a:spcAft>
              <a:defRPr sz="2400" b="0">
                <a:solidFill>
                  <a:schemeClr val="bg1"/>
                </a:solidFill>
              </a:defRPr>
            </a:lvl1pPr>
            <a:lvl2pPr>
              <a:spcAft>
                <a:spcPts val="0"/>
              </a:spcAft>
              <a:defRPr sz="1412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Table of Contents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93BC9C-65AB-A46C-E296-CB0380BC367E}"/>
              </a:ext>
            </a:extLst>
          </p:cNvPr>
          <p:cNvCxnSpPr>
            <a:cxnSpLocks/>
          </p:cNvCxnSpPr>
          <p:nvPr userDrawn="1"/>
        </p:nvCxnSpPr>
        <p:spPr>
          <a:xfrm>
            <a:off x="11865940" y="0"/>
            <a:ext cx="0" cy="52285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>
            <a:extLst>
              <a:ext uri="{FF2B5EF4-FFF2-40B4-BE49-F238E27FC236}">
                <a16:creationId xmlns:a16="http://schemas.microsoft.com/office/drawing/2014/main" id="{98F569E2-C279-BBE6-C444-962482A430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1252060" y="5900564"/>
            <a:ext cx="1204205" cy="11904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22912957-1273-DEC5-323E-31B37F95EFB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lum bright="10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7526" y="866546"/>
            <a:ext cx="790865" cy="69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8391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O_NOT_DELETE_UpSlide 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2D63BD-7999-84D4-05B3-A49742DD8378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1998" cy="6858000"/>
          </a:xfrm>
          <a:prstGeom prst="rect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588" algn="ctr">
              <a:spcAft>
                <a:spcPts val="4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005215B-2F78-4991-2DE3-C2BB0B8BB4D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1998" cy="6858000"/>
          </a:xfrm>
        </p:spPr>
        <p:txBody>
          <a:bodyPr anchor="t" anchorCtr="1"/>
          <a:lstStyle>
            <a:lvl1pPr marL="0" marR="0" indent="0" algn="l" defTabSz="8657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8657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[TO INSERT A PICTURE FROM THE CONTENT LIBRARY USE INSERT AND RESIZE]</a:t>
            </a:r>
          </a:p>
          <a:p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BC8D754-FB3D-EEBE-4619-06309E62A12D}"/>
              </a:ext>
            </a:extLst>
          </p:cNvPr>
          <p:cNvCxnSpPr>
            <a:cxnSpLocks/>
          </p:cNvCxnSpPr>
          <p:nvPr userDrawn="1"/>
        </p:nvCxnSpPr>
        <p:spPr>
          <a:xfrm>
            <a:off x="11865940" y="0"/>
            <a:ext cx="0" cy="52285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hlinkClick r:id="" action="ppaction://noaction"/>
            <a:extLst>
              <a:ext uri="{FF2B5EF4-FFF2-40B4-BE49-F238E27FC236}">
                <a16:creationId xmlns:a16="http://schemas.microsoft.com/office/drawing/2014/main" id="{760E63AC-A904-0402-8E49-E956C061BA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1252060" y="5900564"/>
            <a:ext cx="1204205" cy="119045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D299900-4C9C-8D5D-AE41-74B95B8F1932}"/>
              </a:ext>
            </a:extLst>
          </p:cNvPr>
          <p:cNvCxnSpPr>
            <a:cxnSpLocks/>
          </p:cNvCxnSpPr>
          <p:nvPr userDrawn="1"/>
        </p:nvCxnSpPr>
        <p:spPr>
          <a:xfrm>
            <a:off x="1441665" y="1504690"/>
            <a:ext cx="692247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8878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Impact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5E87ED80-C2DC-15B5-0296-A4794C17A1CB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7620000" y="-2"/>
            <a:ext cx="4572000" cy="6858002"/>
          </a:xfrm>
          <a:solidFill>
            <a:schemeClr val="accent1"/>
          </a:solidFill>
        </p:spPr>
        <p:txBody>
          <a:bodyPr lIns="365760" tIns="72000" rIns="365760" bIns="72000">
            <a:noAutofit/>
          </a:bodyPr>
          <a:lstStyle>
            <a:lvl1pPr marL="0" indent="0" algn="ctr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insert </a:t>
            </a:r>
            <a:r>
              <a:rPr lang="en-US" err="1"/>
              <a:t>bkgd</a:t>
            </a:r>
            <a:r>
              <a:rPr lang="en-US"/>
              <a:t> image or hit space bar for solid blue box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878B23-6B61-470E-BD2B-5BF8BFABD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522" y="752977"/>
            <a:ext cx="7217078" cy="724321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2">
            <a:extLst>
              <a:ext uri="{FF2B5EF4-FFF2-40B4-BE49-F238E27FC236}">
                <a16:creationId xmlns:a16="http://schemas.microsoft.com/office/drawing/2014/main" id="{6C21F7D1-B6D2-8629-01CB-6A6B1A97990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50522" y="229732"/>
            <a:ext cx="7217078" cy="342423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900" b="1" i="0" kern="800" spc="250" baseline="0">
                <a:solidFill>
                  <a:schemeClr val="accent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3" name="Footer Placeholder 11">
            <a:extLst>
              <a:ext uri="{FF2B5EF4-FFF2-40B4-BE49-F238E27FC236}">
                <a16:creationId xmlns:a16="http://schemas.microsoft.com/office/drawing/2014/main" id="{A94F29AE-CFA9-3309-3FC7-A8C03F6AA3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0522" y="6311381"/>
            <a:ext cx="3006386" cy="24763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extBox 28">
            <a:extLst>
              <a:ext uri="{FF2B5EF4-FFF2-40B4-BE49-F238E27FC236}">
                <a16:creationId xmlns:a16="http://schemas.microsoft.com/office/drawing/2014/main" id="{A9335AEF-A75E-418C-B46E-8375E5C2E987}"/>
              </a:ext>
            </a:extLst>
          </p:cNvPr>
          <p:cNvSpPr txBox="1"/>
          <p:nvPr userDrawn="1"/>
        </p:nvSpPr>
        <p:spPr>
          <a:xfrm>
            <a:off x="9161599" y="6311381"/>
            <a:ext cx="2282251" cy="26158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/>
          <a:p>
            <a:pPr algn="r"/>
            <a:r>
              <a:rPr lang="en-US" sz="8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CONFIDENTIAL: NOT FOR DISTRIBUTION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35C9E5-32AA-FBAB-92B3-4586131D6D63}"/>
              </a:ext>
            </a:extLst>
          </p:cNvPr>
          <p:cNvCxnSpPr>
            <a:cxnSpLocks/>
          </p:cNvCxnSpPr>
          <p:nvPr userDrawn="1"/>
        </p:nvCxnSpPr>
        <p:spPr>
          <a:xfrm>
            <a:off x="11880258" y="0"/>
            <a:ext cx="0" cy="507637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87A9E638-BAB0-4B6C-04D3-DE2A397D6F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1214503" y="5817704"/>
            <a:ext cx="1331511" cy="122438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C9246EB6-25DE-B69A-D538-23089842C3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50522" y="1658121"/>
            <a:ext cx="7217077" cy="4565186"/>
          </a:xfrm>
        </p:spPr>
        <p:txBody>
          <a:bodyPr/>
          <a:lstStyle>
            <a:lvl2pPr marL="171450" indent="-171450">
              <a:buFont typeface="Wingdings" pitchFamily="2" charset="2"/>
              <a:buChar char="§"/>
              <a:defRPr/>
            </a:lvl2pPr>
            <a:lvl3pPr marL="347663" indent="-169863">
              <a:buFont typeface="System Font Regular"/>
              <a:buChar char="–"/>
              <a:tabLst/>
              <a:defRPr/>
            </a:lvl3pPr>
            <a:lvl4pPr marL="517525" indent="-169863">
              <a:buFont typeface="Courier New" panose="02070309020205020404" pitchFamily="49" charset="0"/>
              <a:buChar char="o"/>
              <a:tabLst/>
              <a:defRPr/>
            </a:lvl4pPr>
            <a:lvl5pPr marL="687388" indent="-169863">
              <a:buFont typeface="Arial" panose="020B0604020202020204" pitchFamily="34" charset="0"/>
              <a:buChar char="•"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6E3119E4-67F8-CD37-FC14-953262FFF10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023203" y="904874"/>
            <a:ext cx="3559198" cy="530542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171450" indent="-171450">
              <a:buFont typeface="Wingdings" pitchFamily="2" charset="2"/>
              <a:buChar char="§"/>
              <a:defRPr>
                <a:solidFill>
                  <a:schemeClr val="bg1"/>
                </a:solidFill>
              </a:defRPr>
            </a:lvl2pPr>
            <a:lvl3pPr marL="347663" indent="-169863">
              <a:buFont typeface="System Font Regular"/>
              <a:buChar char="–"/>
              <a:tabLst/>
              <a:defRPr>
                <a:solidFill>
                  <a:schemeClr val="bg1"/>
                </a:solidFill>
              </a:defRPr>
            </a:lvl3pPr>
            <a:lvl4pPr marL="517525" indent="-169863">
              <a:buFont typeface="Courier New" panose="02070309020205020404" pitchFamily="49" charset="0"/>
              <a:buChar char="o"/>
              <a:tabLst/>
              <a:defRPr>
                <a:solidFill>
                  <a:schemeClr val="bg1"/>
                </a:solidFill>
              </a:defRPr>
            </a:lvl4pPr>
            <a:lvl5pPr marL="687388" indent="-169863"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16522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op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0849E99-4534-466D-AE39-CAA330FD09D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183628"/>
              </p:ext>
            </p:extLst>
          </p:nvPr>
        </p:nvGraphicFramePr>
        <p:xfrm>
          <a:off x="1925" y="1402"/>
          <a:ext cx="1924" cy="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0849E99-4534-466D-AE39-CAA330FD09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25" y="1402"/>
                        <a:ext cx="1924" cy="1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1">
            <a:extLst>
              <a:ext uri="{FF2B5EF4-FFF2-40B4-BE49-F238E27FC236}">
                <a16:creationId xmlns:a16="http://schemas.microsoft.com/office/drawing/2014/main" id="{5A7C516B-1786-1892-98C0-07F70F4932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0522" y="6311381"/>
            <a:ext cx="3006386" cy="24763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20BA765-2B29-D031-0D07-A6E0A4E310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522" y="634694"/>
            <a:ext cx="11331878" cy="56081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2">
            <a:extLst>
              <a:ext uri="{FF2B5EF4-FFF2-40B4-BE49-F238E27FC236}">
                <a16:creationId xmlns:a16="http://schemas.microsoft.com/office/drawing/2014/main" id="{FCC04B57-FBA1-335B-42B7-CA16B7FBB62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50522" y="111448"/>
            <a:ext cx="11331878" cy="342423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900" b="1" i="0" kern="800" spc="250" baseline="0">
                <a:solidFill>
                  <a:schemeClr val="accent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10" name="Text Placeholder 52">
            <a:extLst>
              <a:ext uri="{FF2B5EF4-FFF2-40B4-BE49-F238E27FC236}">
                <a16:creationId xmlns:a16="http://schemas.microsoft.com/office/drawing/2014/main" id="{C64A11AC-2891-8DC9-89CA-E68E0224F4E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50522" y="1315697"/>
            <a:ext cx="11331878" cy="342423"/>
          </a:xfrm>
          <a:prstGeom prst="rect">
            <a:avLst/>
          </a:prstGeom>
        </p:spPr>
        <p:txBody>
          <a:bodyPr anchor="t"/>
          <a:lstStyle>
            <a:lvl1pPr marL="0" indent="0" algn="ctr">
              <a:spcAft>
                <a:spcPts val="0"/>
              </a:spcAft>
              <a:buNone/>
              <a:defRPr sz="1200" b="0" i="0" kern="800" spc="0" baseline="0">
                <a:solidFill>
                  <a:schemeClr val="accent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Subtitle or key takeaway goes here</a:t>
            </a:r>
          </a:p>
        </p:txBody>
      </p:sp>
      <p:sp>
        <p:nvSpPr>
          <p:cNvPr id="11" name="TextBox 28">
            <a:extLst>
              <a:ext uri="{FF2B5EF4-FFF2-40B4-BE49-F238E27FC236}">
                <a16:creationId xmlns:a16="http://schemas.microsoft.com/office/drawing/2014/main" id="{AC1DF19E-6CED-8E90-45C3-B4F872EA4633}"/>
              </a:ext>
            </a:extLst>
          </p:cNvPr>
          <p:cNvSpPr txBox="1"/>
          <p:nvPr userDrawn="1"/>
        </p:nvSpPr>
        <p:spPr>
          <a:xfrm>
            <a:off x="9161599" y="6311381"/>
            <a:ext cx="2282251" cy="26158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/>
          <a:p>
            <a:pPr algn="r"/>
            <a:r>
              <a:rPr lang="en-US" sz="800" i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CONFIDENTIAL: NOT FOR DISTRIBUTION</a:t>
            </a:r>
          </a:p>
        </p:txBody>
      </p:sp>
    </p:spTree>
    <p:extLst>
      <p:ext uri="{BB962C8B-B14F-4D97-AF65-F5344CB8AC3E}">
        <p14:creationId xmlns:p14="http://schemas.microsoft.com/office/powerpoint/2010/main" val="15702028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op 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250522" y="1778309"/>
            <a:ext cx="11331877" cy="4444997"/>
          </a:xfrm>
        </p:spPr>
        <p:txBody>
          <a:bodyPr/>
          <a:lstStyle>
            <a:lvl2pPr marL="171450" indent="-171450">
              <a:buFont typeface="Wingdings" pitchFamily="2" charset="2"/>
              <a:buChar char="§"/>
              <a:defRPr/>
            </a:lvl2pPr>
            <a:lvl3pPr marL="347663" indent="-169863">
              <a:buFont typeface="System Font Regular"/>
              <a:buChar char="–"/>
              <a:tabLst/>
              <a:defRPr/>
            </a:lvl3pPr>
            <a:lvl4pPr marL="517525" indent="-169863">
              <a:buFont typeface="Courier New" panose="02070309020205020404" pitchFamily="49" charset="0"/>
              <a:buChar char="o"/>
              <a:tabLst/>
              <a:defRPr/>
            </a:lvl4pPr>
            <a:lvl5pPr marL="687388" indent="-169863">
              <a:buFont typeface="Arial" panose="020B0604020202020204" pitchFamily="34" charset="0"/>
              <a:buChar char="•"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878B23-6B61-470E-BD2B-5BF8BFABD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522" y="634694"/>
            <a:ext cx="11331877" cy="56081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2">
            <a:extLst>
              <a:ext uri="{FF2B5EF4-FFF2-40B4-BE49-F238E27FC236}">
                <a16:creationId xmlns:a16="http://schemas.microsoft.com/office/drawing/2014/main" id="{6C21F7D1-B6D2-8629-01CB-6A6B1A97990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50522" y="111448"/>
            <a:ext cx="11331877" cy="342423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900" b="1" i="0" kern="800" spc="250" baseline="0">
                <a:solidFill>
                  <a:schemeClr val="accent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5" name="Footer Placeholder 11">
            <a:extLst>
              <a:ext uri="{FF2B5EF4-FFF2-40B4-BE49-F238E27FC236}">
                <a16:creationId xmlns:a16="http://schemas.microsoft.com/office/drawing/2014/main" id="{0337EB07-E3C4-79A5-03AD-844F2EC75E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0522" y="6311381"/>
            <a:ext cx="3006386" cy="24763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ext Placeholder 52">
            <a:extLst>
              <a:ext uri="{FF2B5EF4-FFF2-40B4-BE49-F238E27FC236}">
                <a16:creationId xmlns:a16="http://schemas.microsoft.com/office/drawing/2014/main" id="{40EB9F10-A474-9E5D-49BA-19B570F9C84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50522" y="1315697"/>
            <a:ext cx="11331877" cy="342423"/>
          </a:xfrm>
          <a:prstGeom prst="rect">
            <a:avLst/>
          </a:prstGeom>
        </p:spPr>
        <p:txBody>
          <a:bodyPr anchor="t"/>
          <a:lstStyle>
            <a:lvl1pPr marL="0" indent="0" algn="ctr">
              <a:spcAft>
                <a:spcPts val="0"/>
              </a:spcAft>
              <a:buNone/>
              <a:defRPr sz="1200" b="0" i="0" kern="800" spc="0" baseline="0">
                <a:solidFill>
                  <a:schemeClr val="accent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Subtitle or key takeaway goes here</a:t>
            </a:r>
          </a:p>
        </p:txBody>
      </p:sp>
      <p:sp>
        <p:nvSpPr>
          <p:cNvPr id="13" name="TextBox 28">
            <a:extLst>
              <a:ext uri="{FF2B5EF4-FFF2-40B4-BE49-F238E27FC236}">
                <a16:creationId xmlns:a16="http://schemas.microsoft.com/office/drawing/2014/main" id="{1189D4A9-6BF6-360A-A069-F0158981EEB6}"/>
              </a:ext>
            </a:extLst>
          </p:cNvPr>
          <p:cNvSpPr txBox="1"/>
          <p:nvPr userDrawn="1"/>
        </p:nvSpPr>
        <p:spPr>
          <a:xfrm>
            <a:off x="9161599" y="6311381"/>
            <a:ext cx="2282251" cy="26158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/>
          <a:p>
            <a:pPr algn="r"/>
            <a:r>
              <a:rPr lang="en-US" sz="800" i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CONFIDENTIAL: NOT FOR DISTRIBUTION</a:t>
            </a:r>
          </a:p>
        </p:txBody>
      </p:sp>
    </p:spTree>
    <p:extLst>
      <p:ext uri="{BB962C8B-B14F-4D97-AF65-F5344CB8AC3E}">
        <p14:creationId xmlns:p14="http://schemas.microsoft.com/office/powerpoint/2010/main" val="63865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op 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828B6B-B6F5-BE12-CD0B-48638B389C1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45270" y="6306683"/>
            <a:ext cx="5202936" cy="24763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700" b="0" smtClean="0">
                <a:latin typeface="+mn-lt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defTabSz="1043056"/>
            <a:r>
              <a:rPr lang="en-US"/>
              <a:t>Footer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D7BF4E4-04DA-04F9-2E2C-291B01710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88" y="555315"/>
            <a:ext cx="11339510" cy="54402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8DAD526-4B25-E2CE-326F-4FA5C5695F4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45270" y="1778309"/>
            <a:ext cx="11337126" cy="4444997"/>
          </a:xfrm>
        </p:spPr>
        <p:txBody>
          <a:bodyPr/>
          <a:lstStyle/>
          <a:p>
            <a:pPr lvl="0"/>
            <a:r>
              <a:rPr lang="en-US"/>
              <a:t>Use Alt + Shift + Right/Left arrow to cycle through your text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A58D1ED-36C0-D625-BEAA-9D9DB2BC5C8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42888" y="1195508"/>
            <a:ext cx="11339510" cy="342423"/>
          </a:xfrm>
        </p:spPr>
        <p:txBody>
          <a:bodyPr/>
          <a:lstStyle>
            <a:lvl1pPr marL="0" indent="0" algn="ctr">
              <a:buFontTx/>
              <a:buNone/>
              <a:defRPr sz="1100" b="0">
                <a:solidFill>
                  <a:schemeClr val="accent2"/>
                </a:solidFill>
                <a:latin typeface="+mj-lt"/>
              </a:defRPr>
            </a:lvl1pPr>
            <a:lvl2pPr marL="0" indent="0" algn="ctr">
              <a:buFontTx/>
              <a:buNone/>
              <a:defRPr sz="1100" b="0">
                <a:solidFill>
                  <a:schemeClr val="accent2"/>
                </a:solidFill>
                <a:latin typeface="+mj-lt"/>
              </a:defRPr>
            </a:lvl2pPr>
            <a:lvl3pPr marL="0" indent="0" algn="ctr">
              <a:buFontTx/>
              <a:buNone/>
              <a:defRPr sz="1100" b="0">
                <a:solidFill>
                  <a:schemeClr val="accent2"/>
                </a:solidFill>
                <a:latin typeface="+mj-lt"/>
              </a:defRPr>
            </a:lvl3pPr>
            <a:lvl4pPr marL="0" indent="0" algn="ctr">
              <a:buFontTx/>
              <a:buNone/>
              <a:defRPr sz="1100" b="0">
                <a:solidFill>
                  <a:schemeClr val="accent2"/>
                </a:solidFill>
                <a:latin typeface="+mj-lt"/>
              </a:defRPr>
            </a:lvl4pPr>
            <a:lvl5pPr marL="0" indent="0" algn="ctr">
              <a:buFontTx/>
              <a:buNone/>
              <a:defRPr sz="1100" b="0">
                <a:solidFill>
                  <a:schemeClr val="accent2"/>
                </a:solidFill>
                <a:latin typeface="+mj-lt"/>
              </a:defRPr>
            </a:lvl5pPr>
            <a:lvl6pPr marL="0" indent="0" algn="ctr">
              <a:buFontTx/>
              <a:buNone/>
              <a:defRPr sz="1100" b="0">
                <a:solidFill>
                  <a:schemeClr val="accent2"/>
                </a:solidFill>
                <a:latin typeface="+mj-lt"/>
              </a:defRPr>
            </a:lvl6pPr>
            <a:lvl7pPr marL="0" indent="0" algn="ctr">
              <a:buFontTx/>
              <a:buNone/>
              <a:defRPr sz="1100" b="0">
                <a:solidFill>
                  <a:schemeClr val="accent2"/>
                </a:solidFill>
                <a:latin typeface="+mj-lt"/>
              </a:defRPr>
            </a:lvl7pPr>
            <a:lvl8pPr marL="0" indent="0" algn="ctr">
              <a:buFontTx/>
              <a:buNone/>
              <a:defRPr sz="1100" b="0">
                <a:solidFill>
                  <a:schemeClr val="accent2"/>
                </a:solidFill>
                <a:latin typeface="+mj-lt"/>
              </a:defRPr>
            </a:lvl8pPr>
            <a:lvl9pPr marL="0" indent="0" algn="ctr">
              <a:buFontTx/>
              <a:buNone/>
              <a:defRPr sz="1100" b="0">
                <a:solidFill>
                  <a:schemeClr val="accent2"/>
                </a:solidFill>
                <a:latin typeface="+mj-lt"/>
              </a:defRPr>
            </a:lvl9pPr>
          </a:lstStyle>
          <a:p>
            <a:pPr lvl="0"/>
            <a:r>
              <a:rPr lang="en-US"/>
              <a:t>Subtitle or key takeaway goes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230435-9CCE-EFA9-A9FD-1FC50B2ADEE0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pPr algn="r"/>
            <a:r>
              <a:rPr lang="en-US"/>
              <a:t>A&amp;M – Private Equity Services Overview - CONFIDENTIAL: NOT FOR DISTRIBUTION</a:t>
            </a:r>
          </a:p>
        </p:txBody>
      </p:sp>
    </p:spTree>
    <p:extLst>
      <p:ext uri="{BB962C8B-B14F-4D97-AF65-F5344CB8AC3E}">
        <p14:creationId xmlns:p14="http://schemas.microsoft.com/office/powerpoint/2010/main" val="20008943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op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0849E99-4534-466D-AE39-CAA330FD09D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183628"/>
              </p:ext>
            </p:extLst>
          </p:nvPr>
        </p:nvGraphicFramePr>
        <p:xfrm>
          <a:off x="1925" y="1402"/>
          <a:ext cx="1924" cy="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0849E99-4534-466D-AE39-CAA330FD09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25" y="1402"/>
                        <a:ext cx="1924" cy="1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1">
            <a:extLst>
              <a:ext uri="{FF2B5EF4-FFF2-40B4-BE49-F238E27FC236}">
                <a16:creationId xmlns:a16="http://schemas.microsoft.com/office/drawing/2014/main" id="{5A7C516B-1786-1892-98C0-07F70F4932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0522" y="6311381"/>
            <a:ext cx="3006386" cy="24763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20BA765-2B29-D031-0D07-A6E0A4E310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522" y="634694"/>
            <a:ext cx="11331878" cy="56081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2">
            <a:extLst>
              <a:ext uri="{FF2B5EF4-FFF2-40B4-BE49-F238E27FC236}">
                <a16:creationId xmlns:a16="http://schemas.microsoft.com/office/drawing/2014/main" id="{FCC04B57-FBA1-335B-42B7-CA16B7FBB62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50522" y="111448"/>
            <a:ext cx="11331878" cy="342423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900" b="1" i="0" kern="800" spc="250" baseline="0">
                <a:solidFill>
                  <a:schemeClr val="accent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10" name="Text Placeholder 52">
            <a:extLst>
              <a:ext uri="{FF2B5EF4-FFF2-40B4-BE49-F238E27FC236}">
                <a16:creationId xmlns:a16="http://schemas.microsoft.com/office/drawing/2014/main" id="{C64A11AC-2891-8DC9-89CA-E68E0224F4E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50522" y="1217819"/>
            <a:ext cx="11331878" cy="342423"/>
          </a:xfrm>
          <a:prstGeom prst="rect">
            <a:avLst/>
          </a:prstGeom>
        </p:spPr>
        <p:txBody>
          <a:bodyPr anchor="t"/>
          <a:lstStyle>
            <a:lvl1pPr marL="0" indent="0" algn="ctr">
              <a:spcAft>
                <a:spcPts val="0"/>
              </a:spcAft>
              <a:buNone/>
              <a:defRPr sz="1200" b="0" i="0" kern="800" spc="0" baseline="0">
                <a:solidFill>
                  <a:schemeClr val="accent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Subtitle or key takeaway goes here</a:t>
            </a:r>
          </a:p>
        </p:txBody>
      </p:sp>
      <p:sp>
        <p:nvSpPr>
          <p:cNvPr id="11" name="TextBox 28">
            <a:extLst>
              <a:ext uri="{FF2B5EF4-FFF2-40B4-BE49-F238E27FC236}">
                <a16:creationId xmlns:a16="http://schemas.microsoft.com/office/drawing/2014/main" id="{AC1DF19E-6CED-8E90-45C3-B4F872EA4633}"/>
              </a:ext>
            </a:extLst>
          </p:cNvPr>
          <p:cNvSpPr txBox="1"/>
          <p:nvPr userDrawn="1"/>
        </p:nvSpPr>
        <p:spPr>
          <a:xfrm>
            <a:off x="9161599" y="6311381"/>
            <a:ext cx="2282251" cy="26158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/>
          <a:p>
            <a:pPr algn="r"/>
            <a:r>
              <a:rPr lang="en-US" sz="800" i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CONFIDENTIAL: NOT FOR DISTRIBUTION</a:t>
            </a:r>
          </a:p>
        </p:txBody>
      </p:sp>
    </p:spTree>
    <p:extLst>
      <p:ext uri="{BB962C8B-B14F-4D97-AF65-F5344CB8AC3E}">
        <p14:creationId xmlns:p14="http://schemas.microsoft.com/office/powerpoint/2010/main" val="232238856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 of content Stor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8816C6-B657-6D7C-BE48-1AE6619DC6E2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1998" cy="6858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588" algn="ctr">
              <a:spcAft>
                <a:spcPts val="400"/>
              </a:spcAft>
            </a:pPr>
            <a:endParaRPr lang="en-US" sz="1000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E5BDF0A-598C-231A-659B-60399B4D031B}"/>
              </a:ext>
            </a:extLst>
          </p:cNvPr>
          <p:cNvCxnSpPr>
            <a:cxnSpLocks/>
          </p:cNvCxnSpPr>
          <p:nvPr userDrawn="1"/>
        </p:nvCxnSpPr>
        <p:spPr>
          <a:xfrm>
            <a:off x="11865940" y="0"/>
            <a:ext cx="0" cy="52285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6E4DD720-F5DB-F78D-146A-C0D365A2E6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6200000">
            <a:off x="11252060" y="5900564"/>
            <a:ext cx="1204205" cy="11904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27E5B3C1-4A0E-CD72-96F5-A2D63112083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lum bright="10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97526" y="866546"/>
            <a:ext cx="790865" cy="698025"/>
          </a:xfrm>
          <a:prstGeom prst="rect">
            <a:avLst/>
          </a:prstGeom>
        </p:spPr>
      </p:pic>
      <p:sp>
        <p:nvSpPr>
          <p:cNvPr id="12" name="Plot Area">
            <a:extLst>
              <a:ext uri="{FF2B5EF4-FFF2-40B4-BE49-F238E27FC236}">
                <a16:creationId xmlns:a16="http://schemas.microsoft.com/office/drawing/2014/main" id="{C18C3AB4-6007-2CA9-C3A2-CAC0E501CB8D}"/>
              </a:ext>
            </a:extLst>
          </p:cNvPr>
          <p:cNvSpPr>
            <a:spLocks/>
          </p:cNvSpPr>
          <p:nvPr userDrawn="1">
            <p:custDataLst>
              <p:tags r:id="rId1"/>
            </p:custDataLst>
          </p:nvPr>
        </p:nvSpPr>
        <p:spPr>
          <a:xfrm>
            <a:off x="1397776" y="2311758"/>
            <a:ext cx="5888604" cy="3390542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n-US" sz="1089" cap="none" baseline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Workspace (DO NOT DELETE): this shape delimits the vertical space where UpSlide will draw the Agenda.</a:t>
            </a:r>
          </a:p>
        </p:txBody>
      </p:sp>
      <p:sp>
        <p:nvSpPr>
          <p:cNvPr id="13" name="Slide Page Box">
            <a:extLst>
              <a:ext uri="{FF2B5EF4-FFF2-40B4-BE49-F238E27FC236}">
                <a16:creationId xmlns:a16="http://schemas.microsoft.com/office/drawing/2014/main" id="{2189CC54-EBF3-5377-F346-DE70FE082A2E}"/>
              </a:ext>
            </a:extLst>
          </p:cNvPr>
          <p:cNvSpPr txBox="1">
            <a:spLocks/>
          </p:cNvSpPr>
          <p:nvPr userDrawn="1">
            <p:custDataLst>
              <p:tags r:id="rId2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 anchorCtr="0">
            <a:noAutofit/>
          </a:bodyPr>
          <a:lstStyle/>
          <a:p>
            <a:pPr algn="r"/>
            <a:r>
              <a:rPr lang="en-US" sz="953" b="0" i="1">
                <a:ln>
                  <a:noFill/>
                </a:ln>
                <a:noFill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4" name="Slide Title Box">
            <a:hlinkClick r:id="" action="ppaction://noaction"/>
            <a:extLst>
              <a:ext uri="{FF2B5EF4-FFF2-40B4-BE49-F238E27FC236}">
                <a16:creationId xmlns:a16="http://schemas.microsoft.com/office/drawing/2014/main" id="{D061AE0E-BE47-DB70-14B5-BCCB2253964E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0" y="6858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3" b="0" i="1">
                <a:ln>
                  <a:noFill/>
                </a:ln>
                <a:noFill/>
                <a:latin typeface="Arial" panose="020B0604020202020204" pitchFamily="34" charset="0"/>
                <a:cs typeface="Arial" panose="020B0604020202020204" pitchFamily="34" charset="0"/>
              </a:rPr>
              <a:t>Slide Title (DO NOT DELETE)</a:t>
            </a:r>
          </a:p>
        </p:txBody>
      </p:sp>
      <p:sp>
        <p:nvSpPr>
          <p:cNvPr id="15" name="Subsection Title Box">
            <a:hlinkClick r:id="" action="ppaction://noaction"/>
            <a:extLst>
              <a:ext uri="{FF2B5EF4-FFF2-40B4-BE49-F238E27FC236}">
                <a16:creationId xmlns:a16="http://schemas.microsoft.com/office/drawing/2014/main" id="{3D643F49-C67D-2791-12C2-59D3DEB08FEE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1980731" y="2697480"/>
            <a:ext cx="4546678" cy="274320"/>
          </a:xfrm>
          <a:prstGeom prst="rect">
            <a:avLst/>
          </a:prstGeom>
          <a:solidFill>
            <a:srgbClr val="0085CA">
              <a:alpha val="60000"/>
            </a:srgbClr>
          </a:solidFill>
        </p:spPr>
        <p:txBody>
          <a:bodyPr vert="horz" wrap="square" lIns="91440" tIns="0" rIns="0" bIns="0" rtlCol="0" anchor="ctr" anchorCtr="0">
            <a:noAutofit/>
          </a:bodyPr>
          <a:lstStyle/>
          <a:p>
            <a:r>
              <a:rPr lang="en-US" sz="1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Subsection Title (DO NOT DELETE)</a:t>
            </a:r>
          </a:p>
        </p:txBody>
      </p:sp>
      <p:sp>
        <p:nvSpPr>
          <p:cNvPr id="16" name="Subsection Page Box">
            <a:hlinkClick r:id="" action="ppaction://noaction"/>
            <a:extLst>
              <a:ext uri="{FF2B5EF4-FFF2-40B4-BE49-F238E27FC236}">
                <a16:creationId xmlns:a16="http://schemas.microsoft.com/office/drawing/2014/main" id="{9A1C3469-058D-3A70-0895-8EF80D7375B3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6617442" y="2697480"/>
            <a:ext cx="551454" cy="274320"/>
          </a:xfrm>
          <a:prstGeom prst="rect">
            <a:avLst/>
          </a:prstGeom>
          <a:solidFill>
            <a:srgbClr val="0085CA">
              <a:alpha val="60000"/>
            </a:srgbClr>
          </a:solidFill>
        </p:spPr>
        <p:txBody>
          <a:bodyPr vert="horz" wrap="none" lIns="0" tIns="0" rIns="0" bIns="0" rtlCol="0" anchor="ctr" anchorCtr="0">
            <a:noAutofit/>
          </a:bodyPr>
          <a:lstStyle/>
          <a:p>
            <a:pPr algn="ctr"/>
            <a:r>
              <a:rPr lang="en-US" sz="12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7" name="Subsection Index Box">
            <a:hlinkClick r:id="" action="ppaction://noaction"/>
            <a:extLst>
              <a:ext uri="{FF2B5EF4-FFF2-40B4-BE49-F238E27FC236}">
                <a16:creationId xmlns:a16="http://schemas.microsoft.com/office/drawing/2014/main" id="{34E76F7E-E474-E563-52E2-BC1993A3804C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 bwMode="auto">
          <a:xfrm>
            <a:off x="0" y="6858000"/>
            <a:ext cx="0" cy="0"/>
          </a:xfrm>
          <a:prstGeom prst="roundRect">
            <a:avLst>
              <a:gd name="adj" fmla="val 6411"/>
            </a:avLst>
          </a:prstGeom>
          <a:noFill/>
          <a:ln>
            <a:noFill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l" rtl="0" fontAlgn="base">
              <a:spcBef>
                <a:spcPct val="20000"/>
              </a:spcBef>
              <a:spcAft>
                <a:spcPct val="0"/>
              </a:spcAft>
              <a:buClr>
                <a:srgbClr val="376092"/>
              </a:buClr>
              <a:buSzPct val="60000"/>
              <a:buFont typeface="Garamond" pitchFamily="18" charset="0"/>
            </a:pPr>
            <a:r>
              <a:rPr lang="en-US" sz="1089" b="0" i="0" kern="1200" cap="none" baseline="0">
                <a:ln>
                  <a:noFill/>
                </a:ln>
                <a:noFill/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1.1</a:t>
            </a:r>
          </a:p>
        </p:txBody>
      </p:sp>
      <p:sp>
        <p:nvSpPr>
          <p:cNvPr id="18" name="Section Page Box">
            <a:extLst>
              <a:ext uri="{FF2B5EF4-FFF2-40B4-BE49-F238E27FC236}">
                <a16:creationId xmlns:a16="http://schemas.microsoft.com/office/drawing/2014/main" id="{88E4C9AD-A271-5242-6BCA-FB5CFD8F6AA9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6617442" y="2368296"/>
            <a:ext cx="551454" cy="274320"/>
          </a:xfrm>
          <a:prstGeom prst="rect">
            <a:avLst/>
          </a:prstGeom>
          <a:solidFill>
            <a:srgbClr val="0085CA">
              <a:alpha val="60000"/>
            </a:srgb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US" sz="1200" b="1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</a:t>
            </a:r>
          </a:p>
        </p:txBody>
      </p:sp>
      <p:sp>
        <p:nvSpPr>
          <p:cNvPr id="19" name="Section Title Box">
            <a:extLst>
              <a:ext uri="{FF2B5EF4-FFF2-40B4-BE49-F238E27FC236}">
                <a16:creationId xmlns:a16="http://schemas.microsoft.com/office/drawing/2014/main" id="{F0CDBF4D-739D-04C7-7722-4075172D42AE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1980731" y="2368296"/>
            <a:ext cx="4546678" cy="274320"/>
          </a:xfrm>
          <a:prstGeom prst="rect">
            <a:avLst/>
          </a:prstGeom>
          <a:solidFill>
            <a:srgbClr val="0085CA">
              <a:alpha val="60000"/>
            </a:srgbClr>
          </a:solidFill>
          <a:ln>
            <a:noFill/>
          </a:ln>
        </p:spPr>
        <p:txBody>
          <a:bodyPr wrap="square" lIns="91440" tIns="0" rIns="0" bIns="0" rtlCol="0" anchor="ctr" anchorCtr="0">
            <a:noAutofit/>
          </a:bodyPr>
          <a:lstStyle/>
          <a:p>
            <a:r>
              <a:rPr lang="en-US" sz="1200" b="1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Section Title (DO NOT DELETE)</a:t>
            </a:r>
          </a:p>
        </p:txBody>
      </p:sp>
      <p:sp>
        <p:nvSpPr>
          <p:cNvPr id="20" name="Section Index Box">
            <a:extLst>
              <a:ext uri="{FF2B5EF4-FFF2-40B4-BE49-F238E27FC236}">
                <a16:creationId xmlns:a16="http://schemas.microsoft.com/office/drawing/2014/main" id="{FD596C87-9FCC-5C16-3E81-99C19995D378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1429278" y="2368296"/>
            <a:ext cx="472674" cy="274320"/>
          </a:xfrm>
          <a:prstGeom prst="rect">
            <a:avLst/>
          </a:prstGeom>
          <a:solidFill>
            <a:srgbClr val="0085CA">
              <a:alpha val="60000"/>
            </a:srgbClr>
          </a:solidFill>
          <a:ln>
            <a:noFill/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1200" b="1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2B2EF2-5DA5-CAB9-F2FF-D650A68C11BF}"/>
              </a:ext>
            </a:extLst>
          </p:cNvPr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588" algn="ctr">
              <a:spcAft>
                <a:spcPts val="400"/>
              </a:spcAft>
            </a:pPr>
            <a:endParaRPr lang="en-US" sz="120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005158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Stor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4320373B-C3D0-330D-4899-8150C377A42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49" y="-29635"/>
            <a:ext cx="12191152" cy="6858002"/>
          </a:xfrm>
          <a:prstGeom prst="rect">
            <a:avLst/>
          </a:prstGeom>
          <a:solidFill>
            <a:schemeClr val="accent1"/>
          </a:solidFill>
        </p:spPr>
        <p:txBody>
          <a:bodyPr lIns="72000" tIns="72000" rIns="72000" bIns="72000">
            <a:noAutofit/>
          </a:bodyPr>
          <a:lstStyle>
            <a:lvl1pPr algn="ctr">
              <a:defRPr sz="1412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2" name="TextBox 28">
            <a:extLst>
              <a:ext uri="{FF2B5EF4-FFF2-40B4-BE49-F238E27FC236}">
                <a16:creationId xmlns:a16="http://schemas.microsoft.com/office/drawing/2014/main" id="{DF85DD3F-F737-73E5-856C-C06AAC612E73}"/>
              </a:ext>
            </a:extLst>
          </p:cNvPr>
          <p:cNvSpPr txBox="1"/>
          <p:nvPr userDrawn="1"/>
        </p:nvSpPr>
        <p:spPr>
          <a:xfrm>
            <a:off x="1397774" y="6391810"/>
            <a:ext cx="2604341" cy="1077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n-US" sz="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– NOT FOR DISTRIBUTION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0FDC3C-A745-EE9E-7643-BA2186D4757D}"/>
              </a:ext>
            </a:extLst>
          </p:cNvPr>
          <p:cNvCxnSpPr>
            <a:cxnSpLocks/>
          </p:cNvCxnSpPr>
          <p:nvPr userDrawn="1"/>
        </p:nvCxnSpPr>
        <p:spPr>
          <a:xfrm>
            <a:off x="11865940" y="0"/>
            <a:ext cx="0" cy="52285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D43D1EFD-35B0-E8EE-957E-9DC465A4EB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6200000">
            <a:off x="11252060" y="5900564"/>
            <a:ext cx="1204205" cy="119045"/>
          </a:xfrm>
          <a:prstGeom prst="rect">
            <a:avLst/>
          </a:prstGeom>
        </p:spPr>
      </p:pic>
      <p:sp>
        <p:nvSpPr>
          <p:cNvPr id="15" name="UpSlide Options" descr="{&#10;  &quot;NoBreadcrumb&quot;: true,&#10;  &quot;NoBreadcrumbNorReminder&quot;: true,&#10;  &quot;ExcludedFromPagination&quot;: false,&#10;  &quot;MinimumUpSlideVersion&quot;: null&#10;}" hidden="1">
            <a:extLst>
              <a:ext uri="{FF2B5EF4-FFF2-40B4-BE49-F238E27FC236}">
                <a16:creationId xmlns:a16="http://schemas.microsoft.com/office/drawing/2014/main" id="{A5C9CBB1-44AF-2BC0-B955-5F16FC455295}"/>
              </a:ext>
            </a:extLst>
          </p:cNvPr>
          <p:cNvSpPr/>
          <p:nvPr userDrawn="1"/>
        </p:nvSpPr>
        <p:spPr>
          <a:xfrm>
            <a:off x="12418646" y="190500"/>
            <a:ext cx="1352062" cy="1435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588" algn="ctr">
              <a:spcAft>
                <a:spcPts val="400"/>
              </a:spcAft>
            </a:pP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3" name="Plot Area">
            <a:extLst>
              <a:ext uri="{FF2B5EF4-FFF2-40B4-BE49-F238E27FC236}">
                <a16:creationId xmlns:a16="http://schemas.microsoft.com/office/drawing/2014/main" id="{0D04F8BD-7FC3-14B5-B333-1DB3F3D371AF}"/>
              </a:ext>
            </a:extLst>
          </p:cNvPr>
          <p:cNvSpPr>
            <a:spLocks/>
          </p:cNvSpPr>
          <p:nvPr userDrawn="1">
            <p:custDataLst>
              <p:tags r:id="rId1"/>
            </p:custDataLst>
          </p:nvPr>
        </p:nvSpPr>
        <p:spPr>
          <a:xfrm>
            <a:off x="1249209" y="1682494"/>
            <a:ext cx="9895530" cy="3374136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n-US" sz="1089" cap="none" baseline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Workspace (DO NOT DELETE): this shape delimits the vertical space where UpSlide will draw the Agenda.</a:t>
            </a:r>
          </a:p>
        </p:txBody>
      </p:sp>
      <p:sp>
        <p:nvSpPr>
          <p:cNvPr id="4" name="Slide Page Box">
            <a:extLst>
              <a:ext uri="{FF2B5EF4-FFF2-40B4-BE49-F238E27FC236}">
                <a16:creationId xmlns:a16="http://schemas.microsoft.com/office/drawing/2014/main" id="{6A47BA8F-A27D-8736-5E71-28AC9133766E}"/>
              </a:ext>
            </a:extLst>
          </p:cNvPr>
          <p:cNvSpPr txBox="1">
            <a:spLocks/>
          </p:cNvSpPr>
          <p:nvPr userDrawn="1">
            <p:custDataLst>
              <p:tags r:id="rId2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 anchorCtr="0">
            <a:noAutofit/>
          </a:bodyPr>
          <a:lstStyle/>
          <a:p>
            <a:pPr algn="r"/>
            <a:r>
              <a:rPr lang="en-US" sz="1270" b="0" i="0">
                <a:ln>
                  <a:noFill/>
                </a:ln>
                <a:noFill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" name="Slide Title Box">
            <a:hlinkClick r:id="" action="ppaction://noaction"/>
            <a:extLst>
              <a:ext uri="{FF2B5EF4-FFF2-40B4-BE49-F238E27FC236}">
                <a16:creationId xmlns:a16="http://schemas.microsoft.com/office/drawing/2014/main" id="{6008CFDC-65C8-A614-1073-7EFFBCF7FE94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0" y="6858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489878" bIns="0" rtlCol="0" anchor="t">
            <a:noAutofit/>
          </a:bodyPr>
          <a:lstStyle/>
          <a:p>
            <a:r>
              <a:rPr lang="en-US" sz="100" b="0" i="0">
                <a:ln>
                  <a:noFill/>
                </a:ln>
                <a:noFill/>
                <a:latin typeface="Arial" panose="020B0604020202020204" pitchFamily="34" charset="0"/>
                <a:cs typeface="Arial" panose="020B0604020202020204" pitchFamily="34" charset="0"/>
              </a:rPr>
              <a:t>Slide Title (DO NOT DELETE)</a:t>
            </a:r>
          </a:p>
        </p:txBody>
      </p:sp>
      <p:sp>
        <p:nvSpPr>
          <p:cNvPr id="6" name="Subsection Title Box">
            <a:hlinkClick r:id="" action="ppaction://noaction"/>
            <a:extLst>
              <a:ext uri="{FF2B5EF4-FFF2-40B4-BE49-F238E27FC236}">
                <a16:creationId xmlns:a16="http://schemas.microsoft.com/office/drawing/2014/main" id="{C84875CF-57C6-E48B-4205-0E172EC3EFB7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1305169" y="2318970"/>
            <a:ext cx="9769231" cy="29088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0" rIns="0" bIns="0" rtlCol="0" anchor="t" anchorCtr="0">
            <a:noAutofit/>
          </a:bodyPr>
          <a:lstStyle/>
          <a:p>
            <a:r>
              <a:rPr lang="en-US" sz="1800" b="0">
                <a:ln>
                  <a:noFill/>
                </a:ln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Subsection Title (DO NOT DELETE)</a:t>
            </a:r>
          </a:p>
        </p:txBody>
      </p:sp>
      <p:sp>
        <p:nvSpPr>
          <p:cNvPr id="7" name="Subsection Page Box">
            <a:hlinkClick r:id="" action="ppaction://noaction"/>
            <a:extLst>
              <a:ext uri="{FF2B5EF4-FFF2-40B4-BE49-F238E27FC236}">
                <a16:creationId xmlns:a16="http://schemas.microsoft.com/office/drawing/2014/main" id="{951B985E-8637-12E9-0E10-A80420353472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t" anchorCtr="0">
            <a:noAutofit/>
          </a:bodyPr>
          <a:lstStyle/>
          <a:p>
            <a:pPr algn="r"/>
            <a:r>
              <a:rPr lang="en-US" sz="1633" b="1">
                <a:ln>
                  <a:noFill/>
                </a:ln>
                <a:noFill/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8" name="Subsection Index Box">
            <a:hlinkClick r:id="" action="ppaction://noaction"/>
            <a:extLst>
              <a:ext uri="{FF2B5EF4-FFF2-40B4-BE49-F238E27FC236}">
                <a16:creationId xmlns:a16="http://schemas.microsoft.com/office/drawing/2014/main" id="{17AC411F-AA83-7A4C-21B2-777A777EF4F0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 bwMode="auto">
          <a:xfrm>
            <a:off x="12192000" y="6858000"/>
            <a:ext cx="0" cy="0"/>
          </a:xfrm>
          <a:prstGeom prst="roundRect">
            <a:avLst>
              <a:gd name="adj" fmla="val 6411"/>
            </a:avLst>
          </a:prstGeom>
          <a:noFill/>
          <a:ln>
            <a:noFill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r" rtl="0" fontAlgn="base">
              <a:spcBef>
                <a:spcPct val="20000"/>
              </a:spcBef>
              <a:spcAft>
                <a:spcPct val="0"/>
              </a:spcAft>
              <a:buClr>
                <a:srgbClr val="376092"/>
              </a:buClr>
              <a:buSzPct val="60000"/>
              <a:buFont typeface="Garamond" pitchFamily="18" charset="0"/>
            </a:pPr>
            <a:r>
              <a:rPr lang="en-US" sz="100" b="1" i="0" kern="1200" cap="none" baseline="0">
                <a:ln>
                  <a:noFill/>
                </a:ln>
                <a:noFill/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1.1</a:t>
            </a:r>
          </a:p>
        </p:txBody>
      </p:sp>
      <p:sp>
        <p:nvSpPr>
          <p:cNvPr id="9" name="Section Page Box">
            <a:extLst>
              <a:ext uri="{FF2B5EF4-FFF2-40B4-BE49-F238E27FC236}">
                <a16:creationId xmlns:a16="http://schemas.microsoft.com/office/drawing/2014/main" id="{D23449BE-4EB3-BFB5-9559-953313284917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326585" rtlCol="0" anchor="t" anchorCtr="0">
            <a:noAutofit/>
          </a:bodyPr>
          <a:lstStyle/>
          <a:p>
            <a:pPr algn="r"/>
            <a:r>
              <a:rPr lang="en-US" sz="100" b="1">
                <a:ln>
                  <a:noFill/>
                </a:ln>
                <a:noFill/>
                <a:latin typeface="Arial" panose="020B0604020202020204" pitchFamily="34" charset="0"/>
                <a:cs typeface="Arial" panose="020B0604020202020204" pitchFamily="34" charset="0"/>
              </a:rPr>
              <a:t> 2</a:t>
            </a:r>
          </a:p>
        </p:txBody>
      </p:sp>
      <p:sp>
        <p:nvSpPr>
          <p:cNvPr id="10" name="Section Title Box">
            <a:extLst>
              <a:ext uri="{FF2B5EF4-FFF2-40B4-BE49-F238E27FC236}">
                <a16:creationId xmlns:a16="http://schemas.microsoft.com/office/drawing/2014/main" id="{725EEB56-78BB-E19C-08F8-BDC39EC8CC26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1305169" y="1739900"/>
            <a:ext cx="9769231" cy="5790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rtlCol="0" anchor="b" anchorCtr="0">
            <a:noAutofit/>
          </a:bodyPr>
          <a:lstStyle/>
          <a:p>
            <a:r>
              <a:rPr lang="en-US" sz="32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Section Title (DO NOT DELETE)</a:t>
            </a:r>
          </a:p>
        </p:txBody>
      </p:sp>
      <p:sp>
        <p:nvSpPr>
          <p:cNvPr id="11" name="Section Index Box">
            <a:extLst>
              <a:ext uri="{FF2B5EF4-FFF2-40B4-BE49-F238E27FC236}">
                <a16:creationId xmlns:a16="http://schemas.microsoft.com/office/drawing/2014/main" id="{A4553471-227D-B115-CD3A-CFC8F07CCAC6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0" y="6858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326585" rtlCol="0" anchor="ctr" anchorCtr="0">
            <a:noAutofit/>
          </a:bodyPr>
          <a:lstStyle/>
          <a:p>
            <a:pPr algn="ctr"/>
            <a:r>
              <a:rPr lang="en-US" sz="100" b="1" cap="none" baseline="0">
                <a:ln>
                  <a:noFill/>
                </a:ln>
                <a:noFill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03B65C1-3818-BAD6-366A-AC3A279A9812}"/>
              </a:ext>
            </a:extLst>
          </p:cNvPr>
          <p:cNvCxnSpPr>
            <a:cxnSpLocks/>
          </p:cNvCxnSpPr>
          <p:nvPr userDrawn="1"/>
        </p:nvCxnSpPr>
        <p:spPr>
          <a:xfrm>
            <a:off x="1441665" y="1504690"/>
            <a:ext cx="692247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A3C3420-A50B-515A-81DE-06CF8D54C650}"/>
              </a:ext>
            </a:extLst>
          </p:cNvPr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588" algn="ctr">
              <a:spcAft>
                <a:spcPts val="400"/>
              </a:spcAft>
            </a:pPr>
            <a:endParaRPr lang="en-US" sz="120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9273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Section Divider Stor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866B8EDF-7707-A555-0B52-BB735B61F7D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50" y="-2"/>
            <a:ext cx="12191152" cy="6858002"/>
          </a:xfrm>
          <a:prstGeom prst="rect">
            <a:avLst/>
          </a:prstGeom>
          <a:solidFill>
            <a:schemeClr val="accent1"/>
          </a:solidFill>
        </p:spPr>
        <p:txBody>
          <a:bodyPr lIns="72000" tIns="72000" rIns="72000" bIns="72000">
            <a:noAutofit/>
          </a:bodyPr>
          <a:lstStyle>
            <a:lvl1pPr algn="ctr">
              <a:defRPr sz="1412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2" name="TextBox 28">
            <a:extLst>
              <a:ext uri="{FF2B5EF4-FFF2-40B4-BE49-F238E27FC236}">
                <a16:creationId xmlns:a16="http://schemas.microsoft.com/office/drawing/2014/main" id="{398074F8-6C7C-90F3-6049-E34B4466B62A}"/>
              </a:ext>
            </a:extLst>
          </p:cNvPr>
          <p:cNvSpPr txBox="1"/>
          <p:nvPr userDrawn="1"/>
        </p:nvSpPr>
        <p:spPr>
          <a:xfrm>
            <a:off x="1397774" y="6391810"/>
            <a:ext cx="2604341" cy="1077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n-US" sz="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– NOT FOR DISTRIBUTION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E58A327-A5D1-2433-9789-7388A1B05F3C}"/>
              </a:ext>
            </a:extLst>
          </p:cNvPr>
          <p:cNvCxnSpPr>
            <a:cxnSpLocks/>
          </p:cNvCxnSpPr>
          <p:nvPr userDrawn="1"/>
        </p:nvCxnSpPr>
        <p:spPr>
          <a:xfrm>
            <a:off x="11865940" y="0"/>
            <a:ext cx="0" cy="52285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477E4D66-9CCE-E95D-0363-68573EC053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6200000">
            <a:off x="11252060" y="5900564"/>
            <a:ext cx="1204205" cy="119045"/>
          </a:xfrm>
          <a:prstGeom prst="rect">
            <a:avLst/>
          </a:prstGeom>
        </p:spPr>
      </p:pic>
      <p:sp>
        <p:nvSpPr>
          <p:cNvPr id="6" name="UpSlide Options" descr="{&#10;  &quot;NoBreadcrumb&quot;: true,&#10;  &quot;NoBreadcrumbNorReminder&quot;: true,&#10;  &quot;ExcludedFromPagination&quot;: false,&#10;  &quot;MinimumUpSlideVersion&quot;: null&#10;}" hidden="1">
            <a:extLst>
              <a:ext uri="{FF2B5EF4-FFF2-40B4-BE49-F238E27FC236}">
                <a16:creationId xmlns:a16="http://schemas.microsoft.com/office/drawing/2014/main" id="{3B391A8B-B5BF-BB02-2268-1F4E0C50C043}"/>
              </a:ext>
            </a:extLst>
          </p:cNvPr>
          <p:cNvSpPr/>
          <p:nvPr userDrawn="1"/>
        </p:nvSpPr>
        <p:spPr>
          <a:xfrm>
            <a:off x="12418646" y="190500"/>
            <a:ext cx="1352062" cy="1435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588" algn="ctr">
              <a:spcAft>
                <a:spcPts val="400"/>
              </a:spcAft>
            </a:pP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2" name="Plot Area">
            <a:extLst>
              <a:ext uri="{FF2B5EF4-FFF2-40B4-BE49-F238E27FC236}">
                <a16:creationId xmlns:a16="http://schemas.microsoft.com/office/drawing/2014/main" id="{7A95D33B-E165-4202-A4C1-FA77D8C342B4}"/>
              </a:ext>
            </a:extLst>
          </p:cNvPr>
          <p:cNvSpPr>
            <a:spLocks/>
          </p:cNvSpPr>
          <p:nvPr userDrawn="1">
            <p:custDataLst>
              <p:tags r:id="rId1"/>
            </p:custDataLst>
          </p:nvPr>
        </p:nvSpPr>
        <p:spPr>
          <a:xfrm>
            <a:off x="1249209" y="1682494"/>
            <a:ext cx="9895530" cy="3374136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n-US" sz="1089" cap="none" baseline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Workspace (DO NOT DELETE): this shape delimits the vertical space where UpSlide will draw the Agenda.</a:t>
            </a:r>
          </a:p>
        </p:txBody>
      </p:sp>
      <p:sp>
        <p:nvSpPr>
          <p:cNvPr id="23" name="Slide Page Box">
            <a:extLst>
              <a:ext uri="{FF2B5EF4-FFF2-40B4-BE49-F238E27FC236}">
                <a16:creationId xmlns:a16="http://schemas.microsoft.com/office/drawing/2014/main" id="{B3C0DA66-91DA-49F0-9093-D47F02484E82}"/>
              </a:ext>
            </a:extLst>
          </p:cNvPr>
          <p:cNvSpPr txBox="1">
            <a:spLocks/>
          </p:cNvSpPr>
          <p:nvPr userDrawn="1">
            <p:custDataLst>
              <p:tags r:id="rId2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 anchorCtr="0">
            <a:noAutofit/>
          </a:bodyPr>
          <a:lstStyle/>
          <a:p>
            <a:pPr algn="r"/>
            <a:r>
              <a:rPr lang="en-US" sz="100" b="0" i="0">
                <a:ln>
                  <a:noFill/>
                </a:ln>
                <a:noFill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4" name="Slide Title Box">
            <a:hlinkClick r:id="" action="ppaction://noaction"/>
            <a:extLst>
              <a:ext uri="{FF2B5EF4-FFF2-40B4-BE49-F238E27FC236}">
                <a16:creationId xmlns:a16="http://schemas.microsoft.com/office/drawing/2014/main" id="{AEC30E46-B9DE-4E9E-9254-E61DD9DAD084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0" y="6858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489878" bIns="0" rtlCol="0" anchor="t">
            <a:noAutofit/>
          </a:bodyPr>
          <a:lstStyle/>
          <a:p>
            <a:r>
              <a:rPr lang="en-US" sz="100" b="0" i="0">
                <a:ln>
                  <a:noFill/>
                </a:ln>
                <a:noFill/>
                <a:latin typeface="Arial" panose="020B0604020202020204" pitchFamily="34" charset="0"/>
                <a:cs typeface="Arial" panose="020B0604020202020204" pitchFamily="34" charset="0"/>
              </a:rPr>
              <a:t>Slide Title (DO NOT DELETE)</a:t>
            </a:r>
          </a:p>
        </p:txBody>
      </p:sp>
      <p:sp>
        <p:nvSpPr>
          <p:cNvPr id="25" name="Subsection Title Box">
            <a:hlinkClick r:id="" action="ppaction://noaction"/>
            <a:extLst>
              <a:ext uri="{FF2B5EF4-FFF2-40B4-BE49-F238E27FC236}">
                <a16:creationId xmlns:a16="http://schemas.microsoft.com/office/drawing/2014/main" id="{4BF26BBD-2029-4EAB-A3DC-5B5614BC7EC1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1305169" y="2318970"/>
            <a:ext cx="9769231" cy="290881"/>
          </a:xfrm>
          <a:prstGeom prst="rect">
            <a:avLst/>
          </a:prstGeom>
          <a:noFill/>
        </p:spPr>
        <p:txBody>
          <a:bodyPr vert="horz" wrap="square" lIns="91440" tIns="0" rIns="0" bIns="0" rtlCol="0" anchor="t" anchorCtr="0">
            <a:noAutofit/>
          </a:bodyPr>
          <a:lstStyle/>
          <a:p>
            <a:r>
              <a:rPr lang="en-US" sz="1800" b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Subsection Title (DO NOT DELETE)</a:t>
            </a:r>
          </a:p>
        </p:txBody>
      </p:sp>
      <p:sp>
        <p:nvSpPr>
          <p:cNvPr id="26" name="Subsection Page Box">
            <a:hlinkClick r:id="" action="ppaction://noaction"/>
            <a:extLst>
              <a:ext uri="{FF2B5EF4-FFF2-40B4-BE49-F238E27FC236}">
                <a16:creationId xmlns:a16="http://schemas.microsoft.com/office/drawing/2014/main" id="{84BEDEAE-F90D-425B-8770-D9A7F81D8CA4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4F81BD"/>
                </a:solidFill>
              </a14:hiddenFill>
            </a:ext>
          </a:extLst>
        </p:spPr>
        <p:txBody>
          <a:bodyPr vert="horz" wrap="none" lIns="0" tIns="0" rIns="0" bIns="326585" rtlCol="0" anchor="ctr" anchorCtr="0">
            <a:noAutofit/>
          </a:bodyPr>
          <a:lstStyle/>
          <a:p>
            <a:pPr algn="r"/>
            <a:r>
              <a:rPr lang="en-US" sz="100" b="1">
                <a:ln>
                  <a:noFill/>
                </a:ln>
                <a:noFill/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27" name="Subsection Index Box">
            <a:hlinkClick r:id="" action="ppaction://noaction"/>
            <a:extLst>
              <a:ext uri="{FF2B5EF4-FFF2-40B4-BE49-F238E27FC236}">
                <a16:creationId xmlns:a16="http://schemas.microsoft.com/office/drawing/2014/main" id="{9F5595BE-961C-4342-AA03-E1E62E2E0C20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 bwMode="auto">
          <a:xfrm>
            <a:off x="0" y="6858000"/>
            <a:ext cx="0" cy="0"/>
          </a:xfrm>
          <a:prstGeom prst="roundRect">
            <a:avLst>
              <a:gd name="adj" fmla="val 6411"/>
            </a:avLst>
          </a:prstGeom>
          <a:noFill/>
          <a:ln>
            <a:noFill/>
          </a:ln>
          <a:effectLst/>
        </p:spPr>
        <p:txBody>
          <a:bodyPr vert="horz" wrap="none" lIns="0" tIns="0" rIns="0" bIns="326585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 fontAlgn="base">
              <a:spcBef>
                <a:spcPct val="20000"/>
              </a:spcBef>
              <a:spcAft>
                <a:spcPct val="0"/>
              </a:spcAft>
              <a:buClr>
                <a:srgbClr val="376092"/>
              </a:buClr>
              <a:buSzPct val="60000"/>
              <a:buFont typeface="Garamond" pitchFamily="18" charset="0"/>
            </a:pPr>
            <a:r>
              <a:rPr lang="en-US" sz="100" b="1" i="0" kern="1200" cap="none" baseline="0">
                <a:ln>
                  <a:noFill/>
                </a:ln>
                <a:noFill/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9.9</a:t>
            </a:r>
          </a:p>
        </p:txBody>
      </p:sp>
      <p:sp>
        <p:nvSpPr>
          <p:cNvPr id="28" name="Section Page Box">
            <a:extLst>
              <a:ext uri="{FF2B5EF4-FFF2-40B4-BE49-F238E27FC236}">
                <a16:creationId xmlns:a16="http://schemas.microsoft.com/office/drawing/2014/main" id="{215ABE46-8FF6-4483-B60C-327F18A896F9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 anchorCtr="0">
            <a:noAutofit/>
          </a:bodyPr>
          <a:lstStyle/>
          <a:p>
            <a:pPr algn="r"/>
            <a:r>
              <a:rPr lang="en-US" sz="100" b="1">
                <a:ln>
                  <a:noFill/>
                </a:ln>
                <a:noFill/>
                <a:latin typeface="Arial" panose="020B0604020202020204" pitchFamily="34" charset="0"/>
                <a:cs typeface="Arial" panose="020B0604020202020204" pitchFamily="34" charset="0"/>
              </a:rPr>
              <a:t> 2</a:t>
            </a:r>
          </a:p>
        </p:txBody>
      </p:sp>
      <p:sp>
        <p:nvSpPr>
          <p:cNvPr id="29" name="Section Title Box">
            <a:extLst>
              <a:ext uri="{FF2B5EF4-FFF2-40B4-BE49-F238E27FC236}">
                <a16:creationId xmlns:a16="http://schemas.microsoft.com/office/drawing/2014/main" id="{101C34E6-2610-42D5-A7E1-02CD18D6207D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1305169" y="1739900"/>
            <a:ext cx="9769231" cy="5790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rtlCol="0" anchor="b" anchorCtr="0">
            <a:noAutofit/>
          </a:bodyPr>
          <a:lstStyle/>
          <a:p>
            <a:r>
              <a:rPr lang="en-US" sz="32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Section Title (DO NOT DELETE)</a:t>
            </a:r>
          </a:p>
        </p:txBody>
      </p:sp>
      <p:sp>
        <p:nvSpPr>
          <p:cNvPr id="30" name="Section Index Box">
            <a:extLst>
              <a:ext uri="{FF2B5EF4-FFF2-40B4-BE49-F238E27FC236}">
                <a16:creationId xmlns:a16="http://schemas.microsoft.com/office/drawing/2014/main" id="{D5786366-B41E-477D-8973-D8B012711EB5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0" y="6858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 anchorCtr="0">
            <a:noAutofit/>
          </a:bodyPr>
          <a:lstStyle/>
          <a:p>
            <a:pPr algn="r"/>
            <a:r>
              <a:rPr lang="en-US" sz="1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0B82D2D-DBDC-6290-9A18-18999CAD380A}"/>
              </a:ext>
            </a:extLst>
          </p:cNvPr>
          <p:cNvCxnSpPr>
            <a:cxnSpLocks/>
          </p:cNvCxnSpPr>
          <p:nvPr userDrawn="1"/>
        </p:nvCxnSpPr>
        <p:spPr>
          <a:xfrm>
            <a:off x="1441665" y="1504690"/>
            <a:ext cx="692247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9E4293F4-3678-9C7A-61D7-D76594DBDA59}"/>
              </a:ext>
            </a:extLst>
          </p:cNvPr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588" algn="ctr">
              <a:spcAft>
                <a:spcPts val="400"/>
              </a:spcAft>
            </a:pPr>
            <a:endParaRPr lang="en-US" sz="120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052406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minder shapes Stor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7FE5B0-BA39-5D42-B1AE-762FCFDD070E}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>
          <a:xfrm>
            <a:off x="595924" y="116721"/>
            <a:ext cx="2700997" cy="342423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l"/>
            <a:r>
              <a:rPr lang="en-US" sz="900" b="1" kern="800" cap="all" spc="100" baseline="0">
                <a:solidFill>
                  <a:srgbClr val="0085CA"/>
                </a:solidFill>
                <a:latin typeface="+mj-lt"/>
              </a:rPr>
              <a:t>&lt;%SECTIONNAME%&gt;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635528-B9E4-58ED-DE97-7C84D5F0138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588" algn="ctr">
              <a:spcAft>
                <a:spcPts val="400"/>
              </a:spcAft>
            </a:pPr>
            <a:endParaRPr lang="en-US" sz="120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182252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UpSlide Breadcrumb (Disabl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UpSlide Options" descr="{&quot;NoBreadcrumb&quot;: true}&#10;" hidden="1">
            <a:extLst>
              <a:ext uri="{FF2B5EF4-FFF2-40B4-BE49-F238E27FC236}">
                <a16:creationId xmlns:a16="http://schemas.microsoft.com/office/drawing/2014/main" id="{7FAA000B-843E-89DC-0788-EFCD79080860}"/>
              </a:ext>
            </a:extLst>
          </p:cNvPr>
          <p:cNvSpPr/>
          <p:nvPr userDrawn="1"/>
        </p:nvSpPr>
        <p:spPr>
          <a:xfrm>
            <a:off x="11590216" y="1485900"/>
            <a:ext cx="109415" cy="641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588" algn="ctr">
              <a:spcAft>
                <a:spcPts val="400"/>
              </a:spcAft>
            </a:pP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1227B-9904-AF9B-9D09-73F2BBBC4FF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588" algn="ctr">
              <a:spcAft>
                <a:spcPts val="400"/>
              </a:spcAft>
            </a:pPr>
            <a:endParaRPr lang="en-US" sz="120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41401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Static -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blue and green wavy surface&#10;&#10;Description automatically generated">
            <a:extLst>
              <a:ext uri="{FF2B5EF4-FFF2-40B4-BE49-F238E27FC236}">
                <a16:creationId xmlns:a16="http://schemas.microsoft.com/office/drawing/2014/main" id="{B1286C16-795A-EA1E-5B3B-9A64FE9785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322" y="181"/>
            <a:ext cx="3695506" cy="6857641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F0FE7933-D263-4425-CC1F-626B4EDB4549}"/>
              </a:ext>
            </a:extLst>
          </p:cNvPr>
          <p:cNvSpPr/>
          <p:nvPr userDrawn="1"/>
        </p:nvSpPr>
        <p:spPr>
          <a:xfrm>
            <a:off x="306649" y="8758"/>
            <a:ext cx="3389178" cy="684906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57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3999" tIns="53999" rIns="53999" bIns="5399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588" algn="ctr">
              <a:spcAft>
                <a:spcPts val="400"/>
              </a:spcAft>
            </a:pPr>
            <a:endParaRPr lang="en-US" sz="1001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6BC6BD-0DAC-BA65-8D38-D859AB1AEF28}"/>
              </a:ext>
            </a:extLst>
          </p:cNvPr>
          <p:cNvSpPr txBox="1"/>
          <p:nvPr userDrawn="1"/>
        </p:nvSpPr>
        <p:spPr>
          <a:xfrm>
            <a:off x="6156963" y="-182690"/>
            <a:ext cx="184731" cy="4153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99" err="1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7A69311B-A951-2CF9-B642-818776C56B3B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1405115" y="3475609"/>
            <a:ext cx="3192992" cy="1351419"/>
          </a:xfrm>
          <a:prstGeom prst="rect">
            <a:avLst/>
          </a:prstGeom>
        </p:spPr>
        <p:txBody>
          <a:bodyPr tIns="0" bIns="0"/>
          <a:lstStyle>
            <a:lvl1pPr algn="l">
              <a:defRPr lang="en-GB" sz="3200" b="1" kern="1200" spc="100" baseline="0" dirty="0">
                <a:solidFill>
                  <a:schemeClr val="bg1"/>
                </a:solidFill>
                <a:latin typeface="+mj-lt"/>
                <a:ea typeface="Arial Bold" charset="0"/>
                <a:cs typeface="Arial Bold" charset="0"/>
              </a:defRPr>
            </a:lvl1pPr>
          </a:lstStyle>
          <a:p>
            <a:r>
              <a:rPr lang="en-US" noProof="0"/>
              <a:t>DOCUMENT TITLE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28869B16-0DBD-39B5-3541-4FBB229CBEE1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405115" y="3158041"/>
            <a:ext cx="3192992" cy="230832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marL="0" indent="0">
              <a:spcAft>
                <a:spcPts val="265"/>
              </a:spcAft>
              <a:buFont typeface="Arial" panose="020B0604020202020204" pitchFamily="34" charset="0"/>
              <a:buNone/>
              <a:defRPr lang="en-US" sz="900" b="0" cap="all" spc="300" baseline="0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ea typeface="Arial" charset="0"/>
                <a:cs typeface="Arial" charset="0"/>
              </a:defRPr>
            </a:lvl1pPr>
            <a:lvl2pPr marL="0" indent="0">
              <a:buFont typeface="Arial" panose="020B0604020202020204" pitchFamily="34" charset="0"/>
              <a:buNone/>
              <a:defRPr lang="en-US" sz="1235" b="0" dirty="0" smtClean="0">
                <a:solidFill>
                  <a:schemeClr val="lt1"/>
                </a:solidFill>
              </a:defRPr>
            </a:lvl2pPr>
            <a:lvl3pPr marL="617818" indent="0">
              <a:buFont typeface="Arial" panose="020B0604020202020204" pitchFamily="34" charset="0"/>
              <a:buNone/>
              <a:defRPr lang="en-US" sz="1855" dirty="0" smtClean="0">
                <a:solidFill>
                  <a:schemeClr val="lt1"/>
                </a:solidFill>
              </a:defRPr>
            </a:lvl3pPr>
            <a:lvl4pPr marL="1219496" indent="0">
              <a:buNone/>
              <a:defRPr lang="en-US" sz="1855" dirty="0" smtClean="0">
                <a:solidFill>
                  <a:schemeClr val="lt1"/>
                </a:solidFill>
              </a:defRPr>
            </a:lvl4pPr>
            <a:lvl5pPr marL="1685295" indent="0">
              <a:buNone/>
              <a:defRPr lang="en-GB" sz="1855" dirty="0">
                <a:solidFill>
                  <a:schemeClr val="lt1"/>
                </a:solidFill>
              </a:defRPr>
            </a:lvl5pPr>
          </a:lstStyle>
          <a:p>
            <a:pPr lvl="0">
              <a:lnSpc>
                <a:spcPct val="90000"/>
              </a:lnSpc>
            </a:pPr>
            <a:r>
              <a:rPr lang="en-US"/>
              <a:t>MONTH YEAR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99FAC7A-66F5-DC65-BEA1-114ABB1066F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lum bright="10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3382" y="622514"/>
            <a:ext cx="722182" cy="637404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A6F54F9-C76A-A9C7-5945-0F8674BDA91C}"/>
              </a:ext>
            </a:extLst>
          </p:cNvPr>
          <p:cNvGrpSpPr/>
          <p:nvPr userDrawn="1"/>
        </p:nvGrpSpPr>
        <p:grpSpPr>
          <a:xfrm>
            <a:off x="603376" y="2039214"/>
            <a:ext cx="99489" cy="4818606"/>
            <a:chOff x="603376" y="2039214"/>
            <a:chExt cx="99489" cy="481860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64F2AEA-4121-E84B-5775-23987ADD08F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4766" y="4586454"/>
              <a:ext cx="0" cy="227136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E02B7DF-FEBC-FDF8-86A3-0A47961A116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lum bright="10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6200000">
              <a:off x="-504808" y="3147398"/>
              <a:ext cx="2315858" cy="99489"/>
            </a:xfrm>
            <a:prstGeom prst="rect">
              <a:avLst/>
            </a:prstGeom>
          </p:spPr>
        </p:pic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D15AFD24-3CB8-479F-AFA1-8AE5B3B61DA5}"/>
              </a:ext>
            </a:extLst>
          </p:cNvPr>
          <p:cNvPicPr>
            <a:picLocks noChangeAspect="1"/>
          </p:cNvPicPr>
          <p:nvPr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05362" y="6171168"/>
            <a:ext cx="1327900" cy="106659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FDF3121-06A5-7336-BDC8-E5AD686BD6DF}"/>
              </a:ext>
            </a:extLst>
          </p:cNvPr>
          <p:cNvCxnSpPr>
            <a:cxnSpLocks/>
          </p:cNvCxnSpPr>
          <p:nvPr/>
        </p:nvCxnSpPr>
        <p:spPr>
          <a:xfrm flipH="1">
            <a:off x="1410047" y="6005382"/>
            <a:ext cx="358121" cy="0"/>
          </a:xfrm>
          <a:prstGeom prst="line">
            <a:avLst/>
          </a:prstGeom>
          <a:ln w="25400">
            <a:solidFill>
              <a:srgbClr val="5E8A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Picture Placeholder 1">
            <a:extLst>
              <a:ext uri="{FF2B5EF4-FFF2-40B4-BE49-F238E27FC236}">
                <a16:creationId xmlns:a16="http://schemas.microsoft.com/office/drawing/2014/main" id="{3D9E9B97-EB81-B622-ECAD-1B9659862A23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4256690" y="0"/>
            <a:ext cx="7970959" cy="6858000"/>
          </a:xfrm>
          <a:custGeom>
            <a:avLst/>
            <a:gdLst>
              <a:gd name="connsiteX0" fmla="*/ 6911016 w 7970959"/>
              <a:gd name="connsiteY0" fmla="*/ 828675 h 6858000"/>
              <a:gd name="connsiteX1" fmla="*/ 7967569 w 7970959"/>
              <a:gd name="connsiteY1" fmla="*/ 2694352 h 6858000"/>
              <a:gd name="connsiteX2" fmla="*/ 7967569 w 7970959"/>
              <a:gd name="connsiteY2" fmla="*/ 6858000 h 6858000"/>
              <a:gd name="connsiteX3" fmla="*/ 6911016 w 7970959"/>
              <a:gd name="connsiteY3" fmla="*/ 6858000 h 6858000"/>
              <a:gd name="connsiteX4" fmla="*/ 5107212 w 7970959"/>
              <a:gd name="connsiteY4" fmla="*/ 823912 h 6858000"/>
              <a:gd name="connsiteX5" fmla="*/ 5107212 w 7970959"/>
              <a:gd name="connsiteY5" fmla="*/ 6858000 h 6858000"/>
              <a:gd name="connsiteX6" fmla="*/ 4044893 w 7970959"/>
              <a:gd name="connsiteY6" fmla="*/ 6858000 h 6858000"/>
              <a:gd name="connsiteX7" fmla="*/ 4044893 w 7970959"/>
              <a:gd name="connsiteY7" fmla="*/ 2695575 h 6858000"/>
              <a:gd name="connsiteX8" fmla="*/ 7967569 w 7970959"/>
              <a:gd name="connsiteY8" fmla="*/ 0 h 6858000"/>
              <a:gd name="connsiteX9" fmla="*/ 7970959 w 7970959"/>
              <a:gd name="connsiteY9" fmla="*/ 0 h 6858000"/>
              <a:gd name="connsiteX10" fmla="*/ 7970959 w 7970959"/>
              <a:gd name="connsiteY10" fmla="*/ 2700338 h 6858000"/>
              <a:gd name="connsiteX11" fmla="*/ 7967569 w 7970959"/>
              <a:gd name="connsiteY11" fmla="*/ 2694352 h 6858000"/>
              <a:gd name="connsiteX12" fmla="*/ 5511226 w 7970959"/>
              <a:gd name="connsiteY12" fmla="*/ 0 h 6858000"/>
              <a:gd name="connsiteX13" fmla="*/ 6564039 w 7970959"/>
              <a:gd name="connsiteY13" fmla="*/ 0 h 6858000"/>
              <a:gd name="connsiteX14" fmla="*/ 6564039 w 7970959"/>
              <a:gd name="connsiteY14" fmla="*/ 6858000 h 6858000"/>
              <a:gd name="connsiteX15" fmla="*/ 5511226 w 7970959"/>
              <a:gd name="connsiteY15" fmla="*/ 6858000 h 6858000"/>
              <a:gd name="connsiteX16" fmla="*/ 4056776 w 7970959"/>
              <a:gd name="connsiteY16" fmla="*/ 0 h 6858000"/>
              <a:gd name="connsiteX17" fmla="*/ 5216534 w 7970959"/>
              <a:gd name="connsiteY17" fmla="*/ 0 h 6858000"/>
              <a:gd name="connsiteX18" fmla="*/ 1323739 w 7970959"/>
              <a:gd name="connsiteY18" fmla="*/ 6858000 h 6858000"/>
              <a:gd name="connsiteX19" fmla="*/ 0 w 7970959"/>
              <a:gd name="connsiteY1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970959" h="6858000">
                <a:moveTo>
                  <a:pt x="6911016" y="828675"/>
                </a:moveTo>
                <a:lnTo>
                  <a:pt x="7967569" y="2694352"/>
                </a:lnTo>
                <a:lnTo>
                  <a:pt x="7967569" y="6858000"/>
                </a:lnTo>
                <a:lnTo>
                  <a:pt x="6911016" y="6858000"/>
                </a:lnTo>
                <a:close/>
                <a:moveTo>
                  <a:pt x="5107212" y="823912"/>
                </a:moveTo>
                <a:lnTo>
                  <a:pt x="5107212" y="6858000"/>
                </a:lnTo>
                <a:lnTo>
                  <a:pt x="4044893" y="6858000"/>
                </a:lnTo>
                <a:lnTo>
                  <a:pt x="4044893" y="2695575"/>
                </a:lnTo>
                <a:close/>
                <a:moveTo>
                  <a:pt x="7967569" y="0"/>
                </a:moveTo>
                <a:lnTo>
                  <a:pt x="7970959" y="0"/>
                </a:lnTo>
                <a:lnTo>
                  <a:pt x="7970959" y="2700338"/>
                </a:lnTo>
                <a:lnTo>
                  <a:pt x="7967569" y="2694352"/>
                </a:lnTo>
                <a:close/>
                <a:moveTo>
                  <a:pt x="5511226" y="0"/>
                </a:moveTo>
                <a:lnTo>
                  <a:pt x="6564039" y="0"/>
                </a:lnTo>
                <a:lnTo>
                  <a:pt x="6564039" y="6858000"/>
                </a:lnTo>
                <a:lnTo>
                  <a:pt x="5511226" y="6858000"/>
                </a:lnTo>
                <a:close/>
                <a:moveTo>
                  <a:pt x="4056776" y="0"/>
                </a:moveTo>
                <a:lnTo>
                  <a:pt x="5216534" y="0"/>
                </a:lnTo>
                <a:lnTo>
                  <a:pt x="132373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90000"/>
              <a:lumOff val="1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or drag here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73365718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Static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76BC6BD-0DAC-BA65-8D38-D859AB1AEF28}"/>
              </a:ext>
            </a:extLst>
          </p:cNvPr>
          <p:cNvSpPr txBox="1"/>
          <p:nvPr userDrawn="1"/>
        </p:nvSpPr>
        <p:spPr>
          <a:xfrm>
            <a:off x="6156963" y="-182690"/>
            <a:ext cx="184731" cy="4153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99" err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10F32D-DC39-27D0-61A1-E09F33AA4B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0" y="182"/>
            <a:ext cx="3715463" cy="685764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51B1B8B-1B5B-6F81-6728-ED7F0F47F6C5}"/>
              </a:ext>
            </a:extLst>
          </p:cNvPr>
          <p:cNvSpPr/>
          <p:nvPr userDrawn="1"/>
        </p:nvSpPr>
        <p:spPr>
          <a:xfrm>
            <a:off x="2" y="8758"/>
            <a:ext cx="3760880" cy="6849067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57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3999" tIns="53999" rIns="53999" bIns="5399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588" algn="ctr">
              <a:spcAft>
                <a:spcPts val="400"/>
              </a:spcAft>
            </a:pPr>
            <a:endParaRPr lang="en-US" sz="1001">
              <a:solidFill>
                <a:schemeClr val="bg1"/>
              </a:solidFill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7A69311B-A951-2CF9-B642-818776C56B3B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1405115" y="3475609"/>
            <a:ext cx="3192992" cy="1351419"/>
          </a:xfrm>
          <a:prstGeom prst="rect">
            <a:avLst/>
          </a:prstGeom>
        </p:spPr>
        <p:txBody>
          <a:bodyPr tIns="0" bIns="0"/>
          <a:lstStyle>
            <a:lvl1pPr algn="l">
              <a:defRPr lang="en-GB" sz="3200" b="1" kern="1200" spc="100" baseline="0" dirty="0">
                <a:solidFill>
                  <a:schemeClr val="accent1"/>
                </a:solidFill>
                <a:latin typeface="+mj-lt"/>
                <a:ea typeface="Arial Bold" charset="0"/>
                <a:cs typeface="Arial Bold" charset="0"/>
              </a:defRPr>
            </a:lvl1pPr>
          </a:lstStyle>
          <a:p>
            <a:r>
              <a:rPr lang="en-US" noProof="0"/>
              <a:t>DOCUMENT TITLE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28869B16-0DBD-39B5-3541-4FBB229CBEE1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405115" y="3158041"/>
            <a:ext cx="3192992" cy="230832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marL="0" indent="0">
              <a:spcAft>
                <a:spcPts val="265"/>
              </a:spcAft>
              <a:buFont typeface="Arial" panose="020B0604020202020204" pitchFamily="34" charset="0"/>
              <a:buNone/>
              <a:defRPr lang="en-US" sz="900" b="0" cap="all" spc="300" baseline="0" dirty="0" smtClean="0">
                <a:solidFill>
                  <a:schemeClr val="accent2"/>
                </a:solidFill>
                <a:latin typeface="+mn-lt"/>
                <a:ea typeface="Arial" charset="0"/>
                <a:cs typeface="Arial" charset="0"/>
              </a:defRPr>
            </a:lvl1pPr>
            <a:lvl2pPr marL="0" indent="0">
              <a:buFont typeface="Arial" panose="020B0604020202020204" pitchFamily="34" charset="0"/>
              <a:buNone/>
              <a:defRPr lang="en-US" sz="1235" b="0" dirty="0" smtClean="0">
                <a:solidFill>
                  <a:schemeClr val="lt1"/>
                </a:solidFill>
              </a:defRPr>
            </a:lvl2pPr>
            <a:lvl3pPr marL="617818" indent="0">
              <a:buFont typeface="Arial" panose="020B0604020202020204" pitchFamily="34" charset="0"/>
              <a:buNone/>
              <a:defRPr lang="en-US" sz="1855" dirty="0" smtClean="0">
                <a:solidFill>
                  <a:schemeClr val="lt1"/>
                </a:solidFill>
              </a:defRPr>
            </a:lvl3pPr>
            <a:lvl4pPr marL="1219496" indent="0">
              <a:buNone/>
              <a:defRPr lang="en-US" sz="1855" dirty="0" smtClean="0">
                <a:solidFill>
                  <a:schemeClr val="lt1"/>
                </a:solidFill>
              </a:defRPr>
            </a:lvl4pPr>
            <a:lvl5pPr marL="1685295" indent="0">
              <a:buNone/>
              <a:defRPr lang="en-GB" sz="1855" dirty="0">
                <a:solidFill>
                  <a:schemeClr val="lt1"/>
                </a:solidFill>
              </a:defRPr>
            </a:lvl5pPr>
          </a:lstStyle>
          <a:p>
            <a:pPr lvl="0">
              <a:lnSpc>
                <a:spcPct val="90000"/>
              </a:lnSpc>
            </a:pPr>
            <a:r>
              <a:rPr lang="en-US"/>
              <a:t>MONTH YEAR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1EF8AD3-2BC3-C665-FDA6-993841EA2AF8}"/>
              </a:ext>
            </a:extLst>
          </p:cNvPr>
          <p:cNvGrpSpPr/>
          <p:nvPr userDrawn="1"/>
        </p:nvGrpSpPr>
        <p:grpSpPr>
          <a:xfrm>
            <a:off x="603376" y="622514"/>
            <a:ext cx="732188" cy="6235306"/>
            <a:chOff x="603376" y="622514"/>
            <a:chExt cx="732188" cy="6235306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E57B6E05-1756-5F7F-B7DE-AFD801CB9C3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3382" y="622514"/>
              <a:ext cx="722182" cy="637404"/>
            </a:xfrm>
            <a:prstGeom prst="rect">
              <a:avLst/>
            </a:prstGeom>
          </p:spPr>
        </p:pic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59F3C82-D8D1-E71F-5294-15C3F17150F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4766" y="4586454"/>
              <a:ext cx="0" cy="22713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C965365-8DFC-42FB-8386-85779D13418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lum bright="-10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6200000">
              <a:off x="-504808" y="3147398"/>
              <a:ext cx="2315858" cy="99489"/>
            </a:xfrm>
            <a:prstGeom prst="rect">
              <a:avLst/>
            </a:prstGeom>
          </p:spPr>
        </p:pic>
      </p:grpSp>
      <p:pic>
        <p:nvPicPr>
          <p:cNvPr id="16" name="Graphic 15">
            <a:extLst>
              <a:ext uri="{FF2B5EF4-FFF2-40B4-BE49-F238E27FC236}">
                <a16:creationId xmlns:a16="http://schemas.microsoft.com/office/drawing/2014/main" id="{5C29D0C1-9C0D-3520-C216-0FD572F565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05362" y="6171168"/>
            <a:ext cx="1327900" cy="106659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CB94DD9-94CC-10B0-0FAC-1A4A8ACF96AD}"/>
              </a:ext>
            </a:extLst>
          </p:cNvPr>
          <p:cNvCxnSpPr>
            <a:cxnSpLocks/>
          </p:cNvCxnSpPr>
          <p:nvPr/>
        </p:nvCxnSpPr>
        <p:spPr>
          <a:xfrm flipH="1">
            <a:off x="1410047" y="6005382"/>
            <a:ext cx="358121" cy="0"/>
          </a:xfrm>
          <a:prstGeom prst="line">
            <a:avLst/>
          </a:prstGeom>
          <a:ln w="25400">
            <a:solidFill>
              <a:srgbClr val="5E8A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Picture Placeholder 1">
            <a:extLst>
              <a:ext uri="{FF2B5EF4-FFF2-40B4-BE49-F238E27FC236}">
                <a16:creationId xmlns:a16="http://schemas.microsoft.com/office/drawing/2014/main" id="{608F58DA-476D-D964-30A1-39884C6CDF26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4256690" y="0"/>
            <a:ext cx="7970959" cy="6858000"/>
          </a:xfrm>
          <a:custGeom>
            <a:avLst/>
            <a:gdLst>
              <a:gd name="connsiteX0" fmla="*/ 6911016 w 7970959"/>
              <a:gd name="connsiteY0" fmla="*/ 828675 h 6858000"/>
              <a:gd name="connsiteX1" fmla="*/ 7967569 w 7970959"/>
              <a:gd name="connsiteY1" fmla="*/ 2694352 h 6858000"/>
              <a:gd name="connsiteX2" fmla="*/ 7967569 w 7970959"/>
              <a:gd name="connsiteY2" fmla="*/ 6858000 h 6858000"/>
              <a:gd name="connsiteX3" fmla="*/ 6911016 w 7970959"/>
              <a:gd name="connsiteY3" fmla="*/ 6858000 h 6858000"/>
              <a:gd name="connsiteX4" fmla="*/ 5107212 w 7970959"/>
              <a:gd name="connsiteY4" fmla="*/ 823912 h 6858000"/>
              <a:gd name="connsiteX5" fmla="*/ 5107212 w 7970959"/>
              <a:gd name="connsiteY5" fmla="*/ 6858000 h 6858000"/>
              <a:gd name="connsiteX6" fmla="*/ 4044893 w 7970959"/>
              <a:gd name="connsiteY6" fmla="*/ 6858000 h 6858000"/>
              <a:gd name="connsiteX7" fmla="*/ 4044893 w 7970959"/>
              <a:gd name="connsiteY7" fmla="*/ 2695575 h 6858000"/>
              <a:gd name="connsiteX8" fmla="*/ 7967569 w 7970959"/>
              <a:gd name="connsiteY8" fmla="*/ 0 h 6858000"/>
              <a:gd name="connsiteX9" fmla="*/ 7970959 w 7970959"/>
              <a:gd name="connsiteY9" fmla="*/ 0 h 6858000"/>
              <a:gd name="connsiteX10" fmla="*/ 7970959 w 7970959"/>
              <a:gd name="connsiteY10" fmla="*/ 2700338 h 6858000"/>
              <a:gd name="connsiteX11" fmla="*/ 7967569 w 7970959"/>
              <a:gd name="connsiteY11" fmla="*/ 2694352 h 6858000"/>
              <a:gd name="connsiteX12" fmla="*/ 5511226 w 7970959"/>
              <a:gd name="connsiteY12" fmla="*/ 0 h 6858000"/>
              <a:gd name="connsiteX13" fmla="*/ 6564039 w 7970959"/>
              <a:gd name="connsiteY13" fmla="*/ 0 h 6858000"/>
              <a:gd name="connsiteX14" fmla="*/ 6564039 w 7970959"/>
              <a:gd name="connsiteY14" fmla="*/ 6858000 h 6858000"/>
              <a:gd name="connsiteX15" fmla="*/ 5511226 w 7970959"/>
              <a:gd name="connsiteY15" fmla="*/ 6858000 h 6858000"/>
              <a:gd name="connsiteX16" fmla="*/ 4056776 w 7970959"/>
              <a:gd name="connsiteY16" fmla="*/ 0 h 6858000"/>
              <a:gd name="connsiteX17" fmla="*/ 5216534 w 7970959"/>
              <a:gd name="connsiteY17" fmla="*/ 0 h 6858000"/>
              <a:gd name="connsiteX18" fmla="*/ 1323739 w 7970959"/>
              <a:gd name="connsiteY18" fmla="*/ 6858000 h 6858000"/>
              <a:gd name="connsiteX19" fmla="*/ 0 w 7970959"/>
              <a:gd name="connsiteY1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970959" h="6858000">
                <a:moveTo>
                  <a:pt x="6911016" y="828675"/>
                </a:moveTo>
                <a:lnTo>
                  <a:pt x="7967569" y="2694352"/>
                </a:lnTo>
                <a:lnTo>
                  <a:pt x="7967569" y="6858000"/>
                </a:lnTo>
                <a:lnTo>
                  <a:pt x="6911016" y="6858000"/>
                </a:lnTo>
                <a:close/>
                <a:moveTo>
                  <a:pt x="5107212" y="823912"/>
                </a:moveTo>
                <a:lnTo>
                  <a:pt x="5107212" y="6858000"/>
                </a:lnTo>
                <a:lnTo>
                  <a:pt x="4044893" y="6858000"/>
                </a:lnTo>
                <a:lnTo>
                  <a:pt x="4044893" y="2695575"/>
                </a:lnTo>
                <a:close/>
                <a:moveTo>
                  <a:pt x="7967569" y="0"/>
                </a:moveTo>
                <a:lnTo>
                  <a:pt x="7970959" y="0"/>
                </a:lnTo>
                <a:lnTo>
                  <a:pt x="7970959" y="2700338"/>
                </a:lnTo>
                <a:lnTo>
                  <a:pt x="7967569" y="2694352"/>
                </a:lnTo>
                <a:close/>
                <a:moveTo>
                  <a:pt x="5511226" y="0"/>
                </a:moveTo>
                <a:lnTo>
                  <a:pt x="6564039" y="0"/>
                </a:lnTo>
                <a:lnTo>
                  <a:pt x="6564039" y="6858000"/>
                </a:lnTo>
                <a:lnTo>
                  <a:pt x="5511226" y="6858000"/>
                </a:lnTo>
                <a:close/>
                <a:moveTo>
                  <a:pt x="4056776" y="0"/>
                </a:moveTo>
                <a:lnTo>
                  <a:pt x="5216534" y="0"/>
                </a:lnTo>
                <a:lnTo>
                  <a:pt x="132373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or drag here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38336232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Video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334B15-42AF-C6A0-9632-59B53E42F3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" y="1"/>
            <a:ext cx="3715657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D1C8030-9AB4-27FD-FD82-273FC932EA12}"/>
              </a:ext>
            </a:extLst>
          </p:cNvPr>
          <p:cNvSpPr/>
          <p:nvPr userDrawn="1"/>
        </p:nvSpPr>
        <p:spPr>
          <a:xfrm>
            <a:off x="2" y="-5412"/>
            <a:ext cx="3760757" cy="6863413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57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588" algn="ctr">
              <a:spcAft>
                <a:spcPts val="400"/>
              </a:spcAft>
            </a:pPr>
            <a:endParaRPr lang="en-US" sz="1001">
              <a:solidFill>
                <a:schemeClr val="bg1"/>
              </a:solidFill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7A69311B-A951-2CF9-B642-818776C56B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05115" y="3475609"/>
            <a:ext cx="3192992" cy="1351419"/>
          </a:xfrm>
          <a:prstGeom prst="rect">
            <a:avLst/>
          </a:prstGeom>
        </p:spPr>
        <p:txBody>
          <a:bodyPr tIns="0" bIns="0"/>
          <a:lstStyle>
            <a:lvl1pPr algn="l">
              <a:defRPr lang="en-GB" sz="3200" b="1" kern="1200" spc="100" baseline="0" dirty="0">
                <a:solidFill>
                  <a:schemeClr val="accent1"/>
                </a:solidFill>
                <a:latin typeface="+mj-lt"/>
                <a:ea typeface="Arial Bold" charset="0"/>
                <a:cs typeface="Arial Bold" charset="0"/>
              </a:defRPr>
            </a:lvl1pPr>
          </a:lstStyle>
          <a:p>
            <a:r>
              <a:rPr lang="en-US" noProof="0"/>
              <a:t>DOCUMENT TITLE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28869B16-0DBD-39B5-3541-4FBB229CBE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05115" y="3158041"/>
            <a:ext cx="3192992" cy="230832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marL="0" indent="0">
              <a:spcAft>
                <a:spcPts val="265"/>
              </a:spcAft>
              <a:buFont typeface="Arial" panose="020B0604020202020204" pitchFamily="34" charset="0"/>
              <a:buNone/>
              <a:defRPr lang="en-US" sz="900" b="0" cap="all" spc="300" baseline="0" dirty="0" smtClean="0">
                <a:solidFill>
                  <a:schemeClr val="accent2"/>
                </a:solidFill>
                <a:latin typeface="+mn-lt"/>
                <a:ea typeface="Arial" charset="0"/>
                <a:cs typeface="Arial" charset="0"/>
              </a:defRPr>
            </a:lvl1pPr>
            <a:lvl2pPr marL="0" indent="0">
              <a:buFont typeface="Arial" panose="020B0604020202020204" pitchFamily="34" charset="0"/>
              <a:buNone/>
              <a:defRPr lang="en-US" sz="1235" b="0" dirty="0" smtClean="0">
                <a:solidFill>
                  <a:schemeClr val="lt1"/>
                </a:solidFill>
              </a:defRPr>
            </a:lvl2pPr>
            <a:lvl3pPr marL="617818" indent="0">
              <a:buFont typeface="Arial" panose="020B0604020202020204" pitchFamily="34" charset="0"/>
              <a:buNone/>
              <a:defRPr lang="en-US" sz="1855" dirty="0" smtClean="0">
                <a:solidFill>
                  <a:schemeClr val="lt1"/>
                </a:solidFill>
              </a:defRPr>
            </a:lvl3pPr>
            <a:lvl4pPr marL="1219496" indent="0">
              <a:buNone/>
              <a:defRPr lang="en-US" sz="1855" dirty="0" smtClean="0">
                <a:solidFill>
                  <a:schemeClr val="lt1"/>
                </a:solidFill>
              </a:defRPr>
            </a:lvl4pPr>
            <a:lvl5pPr marL="1685295" indent="0">
              <a:buNone/>
              <a:defRPr lang="en-GB" sz="1855" dirty="0">
                <a:solidFill>
                  <a:schemeClr val="lt1"/>
                </a:solidFill>
              </a:defRPr>
            </a:lvl5pPr>
          </a:lstStyle>
          <a:p>
            <a:pPr lvl="0">
              <a:lnSpc>
                <a:spcPct val="90000"/>
              </a:lnSpc>
            </a:pPr>
            <a:r>
              <a:rPr lang="en-US"/>
              <a:t>MONTH YEAR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383EE3C-059D-CA07-526E-8FC1EC07CB2F}"/>
              </a:ext>
            </a:extLst>
          </p:cNvPr>
          <p:cNvGrpSpPr/>
          <p:nvPr userDrawn="1"/>
        </p:nvGrpSpPr>
        <p:grpSpPr>
          <a:xfrm>
            <a:off x="603088" y="622366"/>
            <a:ext cx="732226" cy="6235634"/>
            <a:chOff x="603088" y="622366"/>
            <a:chExt cx="732226" cy="6235634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B201C86C-3ACB-87A8-F818-EB09F06AFE5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3094" y="622366"/>
              <a:ext cx="722220" cy="637437"/>
            </a:xfrm>
            <a:prstGeom prst="rect">
              <a:avLst/>
            </a:prstGeom>
          </p:spPr>
        </p:pic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B54894CF-C013-7E78-E86F-FF667DC07E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4480" y="4586514"/>
              <a:ext cx="0" cy="22714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067EFFF-87B4-CB7D-1B98-C06A172A9D6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lum bright="-10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6200000">
              <a:off x="-505155" y="3147383"/>
              <a:ext cx="2315980" cy="99494"/>
            </a:xfrm>
            <a:prstGeom prst="rect">
              <a:avLst/>
            </a:prstGeom>
          </p:spPr>
        </p:pic>
      </p:grpSp>
      <p:pic>
        <p:nvPicPr>
          <p:cNvPr id="10" name="Graphic 9">
            <a:extLst>
              <a:ext uri="{FF2B5EF4-FFF2-40B4-BE49-F238E27FC236}">
                <a16:creationId xmlns:a16="http://schemas.microsoft.com/office/drawing/2014/main" id="{956A4879-E3CE-69AA-F266-748407D96A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05115" y="6171318"/>
            <a:ext cx="1327970" cy="106665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46BA94B-DDFE-156A-FB70-925DE76CCFE3}"/>
              </a:ext>
            </a:extLst>
          </p:cNvPr>
          <p:cNvCxnSpPr>
            <a:cxnSpLocks/>
          </p:cNvCxnSpPr>
          <p:nvPr/>
        </p:nvCxnSpPr>
        <p:spPr>
          <a:xfrm flipH="1">
            <a:off x="1409801" y="6005523"/>
            <a:ext cx="358140" cy="0"/>
          </a:xfrm>
          <a:prstGeom prst="line">
            <a:avLst/>
          </a:prstGeom>
          <a:ln w="25400">
            <a:solidFill>
              <a:srgbClr val="5E8A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edia Placeholder 9">
            <a:extLst>
              <a:ext uri="{FF2B5EF4-FFF2-40B4-BE49-F238E27FC236}">
                <a16:creationId xmlns:a16="http://schemas.microsoft.com/office/drawing/2014/main" id="{AFAB5D61-89D7-BEAB-D0F0-AA1C40DB91A0}"/>
              </a:ext>
            </a:extLst>
          </p:cNvPr>
          <p:cNvSpPr>
            <a:spLocks noGrp="1"/>
          </p:cNvSpPr>
          <p:nvPr userDrawn="1">
            <p:ph type="media" sz="quarter" idx="12" hasCustomPrompt="1"/>
          </p:nvPr>
        </p:nvSpPr>
        <p:spPr>
          <a:xfrm>
            <a:off x="4221042" y="0"/>
            <a:ext cx="7970959" cy="6858000"/>
          </a:xfrm>
          <a:custGeom>
            <a:avLst/>
            <a:gdLst>
              <a:gd name="connsiteX0" fmla="*/ 6911016 w 7970959"/>
              <a:gd name="connsiteY0" fmla="*/ 828675 h 6858000"/>
              <a:gd name="connsiteX1" fmla="*/ 7967569 w 7970959"/>
              <a:gd name="connsiteY1" fmla="*/ 2694352 h 6858000"/>
              <a:gd name="connsiteX2" fmla="*/ 7967569 w 7970959"/>
              <a:gd name="connsiteY2" fmla="*/ 6858000 h 6858000"/>
              <a:gd name="connsiteX3" fmla="*/ 6911016 w 7970959"/>
              <a:gd name="connsiteY3" fmla="*/ 6858000 h 6858000"/>
              <a:gd name="connsiteX4" fmla="*/ 5107212 w 7970959"/>
              <a:gd name="connsiteY4" fmla="*/ 823912 h 6858000"/>
              <a:gd name="connsiteX5" fmla="*/ 5107212 w 7970959"/>
              <a:gd name="connsiteY5" fmla="*/ 6858000 h 6858000"/>
              <a:gd name="connsiteX6" fmla="*/ 4044893 w 7970959"/>
              <a:gd name="connsiteY6" fmla="*/ 6858000 h 6858000"/>
              <a:gd name="connsiteX7" fmla="*/ 4044893 w 7970959"/>
              <a:gd name="connsiteY7" fmla="*/ 2695575 h 6858000"/>
              <a:gd name="connsiteX8" fmla="*/ 7967569 w 7970959"/>
              <a:gd name="connsiteY8" fmla="*/ 0 h 6858000"/>
              <a:gd name="connsiteX9" fmla="*/ 7970959 w 7970959"/>
              <a:gd name="connsiteY9" fmla="*/ 0 h 6858000"/>
              <a:gd name="connsiteX10" fmla="*/ 7970959 w 7970959"/>
              <a:gd name="connsiteY10" fmla="*/ 2700338 h 6858000"/>
              <a:gd name="connsiteX11" fmla="*/ 7967569 w 7970959"/>
              <a:gd name="connsiteY11" fmla="*/ 2694352 h 6858000"/>
              <a:gd name="connsiteX12" fmla="*/ 5511226 w 7970959"/>
              <a:gd name="connsiteY12" fmla="*/ 0 h 6858000"/>
              <a:gd name="connsiteX13" fmla="*/ 6564039 w 7970959"/>
              <a:gd name="connsiteY13" fmla="*/ 0 h 6858000"/>
              <a:gd name="connsiteX14" fmla="*/ 6564039 w 7970959"/>
              <a:gd name="connsiteY14" fmla="*/ 6858000 h 6858000"/>
              <a:gd name="connsiteX15" fmla="*/ 5511226 w 7970959"/>
              <a:gd name="connsiteY15" fmla="*/ 6858000 h 6858000"/>
              <a:gd name="connsiteX16" fmla="*/ 4056776 w 7970959"/>
              <a:gd name="connsiteY16" fmla="*/ 0 h 6858000"/>
              <a:gd name="connsiteX17" fmla="*/ 5216534 w 7970959"/>
              <a:gd name="connsiteY17" fmla="*/ 0 h 6858000"/>
              <a:gd name="connsiteX18" fmla="*/ 1323739 w 7970959"/>
              <a:gd name="connsiteY18" fmla="*/ 6858000 h 6858000"/>
              <a:gd name="connsiteX19" fmla="*/ 0 w 7970959"/>
              <a:gd name="connsiteY1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970959" h="6858000">
                <a:moveTo>
                  <a:pt x="6911016" y="828675"/>
                </a:moveTo>
                <a:lnTo>
                  <a:pt x="7967569" y="2694352"/>
                </a:lnTo>
                <a:lnTo>
                  <a:pt x="7967569" y="6858000"/>
                </a:lnTo>
                <a:lnTo>
                  <a:pt x="6911016" y="6858000"/>
                </a:lnTo>
                <a:close/>
                <a:moveTo>
                  <a:pt x="5107212" y="823912"/>
                </a:moveTo>
                <a:lnTo>
                  <a:pt x="5107212" y="6858000"/>
                </a:lnTo>
                <a:lnTo>
                  <a:pt x="4044893" y="6858000"/>
                </a:lnTo>
                <a:lnTo>
                  <a:pt x="4044893" y="2695575"/>
                </a:lnTo>
                <a:close/>
                <a:moveTo>
                  <a:pt x="7967569" y="0"/>
                </a:moveTo>
                <a:lnTo>
                  <a:pt x="7970959" y="0"/>
                </a:lnTo>
                <a:lnTo>
                  <a:pt x="7970959" y="2700338"/>
                </a:lnTo>
                <a:lnTo>
                  <a:pt x="7967569" y="2694352"/>
                </a:lnTo>
                <a:close/>
                <a:moveTo>
                  <a:pt x="5511226" y="0"/>
                </a:moveTo>
                <a:lnTo>
                  <a:pt x="6564039" y="0"/>
                </a:lnTo>
                <a:lnTo>
                  <a:pt x="6564039" y="6858000"/>
                </a:lnTo>
                <a:lnTo>
                  <a:pt x="5511226" y="6858000"/>
                </a:lnTo>
                <a:close/>
                <a:moveTo>
                  <a:pt x="4056776" y="0"/>
                </a:moveTo>
                <a:lnTo>
                  <a:pt x="5216534" y="0"/>
                </a:lnTo>
                <a:lnTo>
                  <a:pt x="132373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or drag here to insert video</a:t>
            </a:r>
          </a:p>
        </p:txBody>
      </p:sp>
    </p:spTree>
    <p:extLst>
      <p:ext uri="{BB962C8B-B14F-4D97-AF65-F5344CB8AC3E}">
        <p14:creationId xmlns:p14="http://schemas.microsoft.com/office/powerpoint/2010/main" val="183943577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Video -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D49D848-9E37-0464-85E7-C159207021B1}"/>
              </a:ext>
            </a:extLst>
          </p:cNvPr>
          <p:cNvSpPr/>
          <p:nvPr userDrawn="1"/>
        </p:nvSpPr>
        <p:spPr>
          <a:xfrm>
            <a:off x="1" y="0"/>
            <a:ext cx="34547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588" algn="ctr">
              <a:spcAft>
                <a:spcPts val="400"/>
              </a:spcAft>
            </a:pPr>
            <a:endParaRPr lang="en-US" sz="1001">
              <a:solidFill>
                <a:schemeClr val="bg1"/>
              </a:solidFill>
            </a:endParaRPr>
          </a:p>
        </p:txBody>
      </p:sp>
      <p:pic>
        <p:nvPicPr>
          <p:cNvPr id="6" name="Picture 5" descr="A blue and green wavy surface&#10;&#10;Description automatically generated">
            <a:extLst>
              <a:ext uri="{FF2B5EF4-FFF2-40B4-BE49-F238E27FC236}">
                <a16:creationId xmlns:a16="http://schemas.microsoft.com/office/drawing/2014/main" id="{568A6A5E-B2E5-BB0E-C7AA-B2ADD33DF9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39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" y="0"/>
            <a:ext cx="3695700" cy="6858000"/>
          </a:xfrm>
          <a:prstGeom prst="rect">
            <a:avLst/>
          </a:prstGeom>
          <a:noFill/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E0B0141-5505-D9DF-B156-B149393773BC}"/>
              </a:ext>
            </a:extLst>
          </p:cNvPr>
          <p:cNvSpPr/>
          <p:nvPr userDrawn="1"/>
        </p:nvSpPr>
        <p:spPr>
          <a:xfrm>
            <a:off x="284662" y="0"/>
            <a:ext cx="3425371" cy="6858000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9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588" algn="ctr">
              <a:spcAft>
                <a:spcPts val="400"/>
              </a:spcAft>
            </a:pPr>
            <a:endParaRPr lang="en-US" sz="1001">
              <a:solidFill>
                <a:schemeClr val="bg1"/>
              </a:solidFill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7A69311B-A951-2CF9-B642-818776C56B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05115" y="3475609"/>
            <a:ext cx="3192992" cy="1351419"/>
          </a:xfrm>
          <a:prstGeom prst="rect">
            <a:avLst/>
          </a:prstGeom>
        </p:spPr>
        <p:txBody>
          <a:bodyPr tIns="0" bIns="0"/>
          <a:lstStyle>
            <a:lvl1pPr algn="l">
              <a:defRPr lang="en-GB" sz="3200" b="1" kern="1200" spc="100" baseline="0" dirty="0">
                <a:solidFill>
                  <a:schemeClr val="bg1"/>
                </a:solidFill>
                <a:latin typeface="+mj-lt"/>
                <a:ea typeface="Arial Bold" charset="0"/>
                <a:cs typeface="Arial Bold" charset="0"/>
              </a:defRPr>
            </a:lvl1pPr>
          </a:lstStyle>
          <a:p>
            <a:r>
              <a:rPr lang="en-US" noProof="0"/>
              <a:t>DOCUMENT TITLE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28869B16-0DBD-39B5-3541-4FBB229CBE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05115" y="3158041"/>
            <a:ext cx="3192992" cy="230832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>
            <a:lvl1pPr marL="0" indent="0">
              <a:spcAft>
                <a:spcPts val="265"/>
              </a:spcAft>
              <a:buFont typeface="Arial" panose="020B0604020202020204" pitchFamily="34" charset="0"/>
              <a:buNone/>
              <a:defRPr lang="en-US" sz="900" b="0" cap="all" spc="300" baseline="0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ea typeface="Arial" charset="0"/>
                <a:cs typeface="Arial" charset="0"/>
              </a:defRPr>
            </a:lvl1pPr>
            <a:lvl2pPr marL="0" indent="0">
              <a:buFont typeface="Arial" panose="020B0604020202020204" pitchFamily="34" charset="0"/>
              <a:buNone/>
              <a:defRPr lang="en-US" sz="1235" b="0" dirty="0" smtClean="0">
                <a:solidFill>
                  <a:schemeClr val="lt1"/>
                </a:solidFill>
              </a:defRPr>
            </a:lvl2pPr>
            <a:lvl3pPr marL="617818" indent="0">
              <a:buFont typeface="Arial" panose="020B0604020202020204" pitchFamily="34" charset="0"/>
              <a:buNone/>
              <a:defRPr lang="en-US" sz="1855" dirty="0" smtClean="0">
                <a:solidFill>
                  <a:schemeClr val="lt1"/>
                </a:solidFill>
              </a:defRPr>
            </a:lvl3pPr>
            <a:lvl4pPr marL="1219496" indent="0">
              <a:buNone/>
              <a:defRPr lang="en-US" sz="1855" dirty="0" smtClean="0">
                <a:solidFill>
                  <a:schemeClr val="lt1"/>
                </a:solidFill>
              </a:defRPr>
            </a:lvl4pPr>
            <a:lvl5pPr marL="1685295" indent="0">
              <a:buNone/>
              <a:defRPr lang="en-GB" sz="1855" dirty="0">
                <a:solidFill>
                  <a:schemeClr val="lt1"/>
                </a:solidFill>
              </a:defRPr>
            </a:lvl5pPr>
          </a:lstStyle>
          <a:p>
            <a:pPr lvl="0">
              <a:lnSpc>
                <a:spcPct val="90000"/>
              </a:lnSpc>
            </a:pPr>
            <a:r>
              <a:rPr lang="en-US"/>
              <a:t>MONTH YEAR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62FC1B4-E0B9-2669-F3A4-87432B07DBA3}"/>
              </a:ext>
            </a:extLst>
          </p:cNvPr>
          <p:cNvCxnSpPr>
            <a:cxnSpLocks/>
          </p:cNvCxnSpPr>
          <p:nvPr userDrawn="1"/>
        </p:nvCxnSpPr>
        <p:spPr>
          <a:xfrm flipH="1">
            <a:off x="1410050" y="6005382"/>
            <a:ext cx="358121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3B9B7AED-A143-D606-1AEF-FF2753FE0E9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5365" y="6181103"/>
            <a:ext cx="1482098" cy="96724"/>
          </a:xfrm>
          <a:prstGeom prst="rect">
            <a:avLst/>
          </a:prstGeom>
        </p:spPr>
      </p:pic>
      <p:sp>
        <p:nvSpPr>
          <p:cNvPr id="21" name="Media Placeholder 20">
            <a:extLst>
              <a:ext uri="{FF2B5EF4-FFF2-40B4-BE49-F238E27FC236}">
                <a16:creationId xmlns:a16="http://schemas.microsoft.com/office/drawing/2014/main" id="{0984B404-C1A7-9BF1-A63B-2AED85F494A3}"/>
              </a:ext>
            </a:extLst>
          </p:cNvPr>
          <p:cNvSpPr>
            <a:spLocks noGrp="1"/>
          </p:cNvSpPr>
          <p:nvPr userDrawn="1">
            <p:ph type="media" sz="quarter" idx="12" hasCustomPrompt="1"/>
          </p:nvPr>
        </p:nvSpPr>
        <p:spPr>
          <a:xfrm>
            <a:off x="4221042" y="0"/>
            <a:ext cx="7970959" cy="6858000"/>
          </a:xfrm>
          <a:custGeom>
            <a:avLst/>
            <a:gdLst>
              <a:gd name="connsiteX0" fmla="*/ 4867272 w 7004304"/>
              <a:gd name="connsiteY0" fmla="*/ 466724 h 6858000"/>
              <a:gd name="connsiteX1" fmla="*/ 1233486 w 7004304"/>
              <a:gd name="connsiteY1" fmla="*/ 6857996 h 6858000"/>
              <a:gd name="connsiteX2" fmla="*/ 3595685 w 7004304"/>
              <a:gd name="connsiteY2" fmla="*/ 6857996 h 6858000"/>
              <a:gd name="connsiteX3" fmla="*/ 3595685 w 7004304"/>
              <a:gd name="connsiteY3" fmla="*/ 3252786 h 6858000"/>
              <a:gd name="connsiteX4" fmla="*/ 4514847 w 7004304"/>
              <a:gd name="connsiteY4" fmla="*/ 1633536 h 6858000"/>
              <a:gd name="connsiteX5" fmla="*/ 4514847 w 7004304"/>
              <a:gd name="connsiteY5" fmla="*/ 6857996 h 6858000"/>
              <a:gd name="connsiteX6" fmla="*/ 4867272 w 7004304"/>
              <a:gd name="connsiteY6" fmla="*/ 6857996 h 6858000"/>
              <a:gd name="connsiteX7" fmla="*/ 4150517 w 7004304"/>
              <a:gd name="connsiteY7" fmla="*/ 0 h 6858000"/>
              <a:gd name="connsiteX8" fmla="*/ 5781672 w 7004304"/>
              <a:gd name="connsiteY8" fmla="*/ 0 h 6858000"/>
              <a:gd name="connsiteX9" fmla="*/ 5781672 w 7004304"/>
              <a:gd name="connsiteY9" fmla="*/ 6857997 h 6858000"/>
              <a:gd name="connsiteX10" fmla="*/ 6079328 w 7004304"/>
              <a:gd name="connsiteY10" fmla="*/ 6857997 h 6858000"/>
              <a:gd name="connsiteX11" fmla="*/ 6079328 w 7004304"/>
              <a:gd name="connsiteY11" fmla="*/ 1635918 h 6858000"/>
              <a:gd name="connsiteX12" fmla="*/ 7000871 w 7004304"/>
              <a:gd name="connsiteY12" fmla="*/ 3257549 h 6858000"/>
              <a:gd name="connsiteX13" fmla="*/ 7000871 w 7004304"/>
              <a:gd name="connsiteY13" fmla="*/ 0 h 6858000"/>
              <a:gd name="connsiteX14" fmla="*/ 7004304 w 7004304"/>
              <a:gd name="connsiteY14" fmla="*/ 0 h 6858000"/>
              <a:gd name="connsiteX15" fmla="*/ 7004304 w 7004304"/>
              <a:gd name="connsiteY15" fmla="*/ 6858000 h 6858000"/>
              <a:gd name="connsiteX16" fmla="*/ 0 w 7004304"/>
              <a:gd name="connsiteY16" fmla="*/ 6858000 h 6858000"/>
              <a:gd name="connsiteX17" fmla="*/ 0 w 7004304"/>
              <a:gd name="connsiteY17" fmla="*/ 6857997 h 6858000"/>
              <a:gd name="connsiteX18" fmla="*/ 83344 w 7004304"/>
              <a:gd name="connsiteY18" fmla="*/ 6857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004304" h="6858000">
                <a:moveTo>
                  <a:pt x="4867272" y="466724"/>
                </a:moveTo>
                <a:lnTo>
                  <a:pt x="1233486" y="6857996"/>
                </a:lnTo>
                <a:lnTo>
                  <a:pt x="3595685" y="6857996"/>
                </a:lnTo>
                <a:lnTo>
                  <a:pt x="3595685" y="3252786"/>
                </a:lnTo>
                <a:lnTo>
                  <a:pt x="4514847" y="1633536"/>
                </a:lnTo>
                <a:lnTo>
                  <a:pt x="4514847" y="6857996"/>
                </a:lnTo>
                <a:lnTo>
                  <a:pt x="4867272" y="6857996"/>
                </a:lnTo>
                <a:close/>
                <a:moveTo>
                  <a:pt x="4150517" y="0"/>
                </a:moveTo>
                <a:lnTo>
                  <a:pt x="5781672" y="0"/>
                </a:lnTo>
                <a:lnTo>
                  <a:pt x="5781672" y="6857997"/>
                </a:lnTo>
                <a:lnTo>
                  <a:pt x="6079328" y="6857997"/>
                </a:lnTo>
                <a:lnTo>
                  <a:pt x="6079328" y="1635918"/>
                </a:lnTo>
                <a:lnTo>
                  <a:pt x="7000871" y="3257549"/>
                </a:lnTo>
                <a:lnTo>
                  <a:pt x="7000871" y="0"/>
                </a:lnTo>
                <a:lnTo>
                  <a:pt x="7004304" y="0"/>
                </a:lnTo>
                <a:lnTo>
                  <a:pt x="7004304" y="6858000"/>
                </a:lnTo>
                <a:lnTo>
                  <a:pt x="0" y="6858000"/>
                </a:lnTo>
                <a:lnTo>
                  <a:pt x="0" y="6857997"/>
                </a:lnTo>
                <a:lnTo>
                  <a:pt x="83344" y="6857997"/>
                </a:lnTo>
                <a:close/>
              </a:path>
            </a:pathLst>
          </a:custGeom>
          <a:solidFill>
            <a:schemeClr val="accent1">
              <a:lumMod val="90000"/>
              <a:lumOff val="10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or drag here to add media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B58A6D6-19D4-39CC-AAAC-C664941ECDF7}"/>
              </a:ext>
            </a:extLst>
          </p:cNvPr>
          <p:cNvGrpSpPr/>
          <p:nvPr userDrawn="1"/>
        </p:nvGrpSpPr>
        <p:grpSpPr>
          <a:xfrm>
            <a:off x="603376" y="622514"/>
            <a:ext cx="732188" cy="6235306"/>
            <a:chOff x="603376" y="622514"/>
            <a:chExt cx="732188" cy="6235306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AEF105C6-41D7-0105-393B-68959682706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screen">
              <a:lum bright="100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13382" y="622514"/>
              <a:ext cx="722182" cy="637404"/>
            </a:xfrm>
            <a:prstGeom prst="rect">
              <a:avLst/>
            </a:prstGeom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D4861F2-1432-78AA-D04C-B3B89D2BC31E}"/>
                </a:ext>
              </a:extLst>
            </p:cNvPr>
            <p:cNvGrpSpPr/>
            <p:nvPr userDrawn="1"/>
          </p:nvGrpSpPr>
          <p:grpSpPr>
            <a:xfrm>
              <a:off x="603376" y="2039214"/>
              <a:ext cx="99489" cy="4818606"/>
              <a:chOff x="603376" y="2039214"/>
              <a:chExt cx="99489" cy="4818606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C3FC291F-42E6-B6C7-E82A-6C949842AF5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44766" y="4586454"/>
                <a:ext cx="0" cy="227136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4D182075-DEEF-43BC-1119-DD446BDBA78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 cstate="screen">
                <a:lum bright="100000"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16200000">
                <a:off x="-504808" y="3147398"/>
                <a:ext cx="2315858" cy="9948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967840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op 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1405243-1706-C262-DE66-CFB38BCB05B6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405243-1706-C262-DE66-CFB38BCB05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595925" y="1678668"/>
            <a:ext cx="11000153" cy="4531632"/>
          </a:xfrm>
        </p:spPr>
        <p:txBody>
          <a:bodyPr vert="horz" wrap="square" lIns="0" tIns="0" rIns="0" bIns="0" rtlCol="0">
            <a:noAutofit/>
          </a:bodyPr>
          <a:lstStyle>
            <a:lvl1pPr marL="171450" indent="-171450">
              <a:buFont typeface="Wingdings" pitchFamily="2" charset="2"/>
              <a:buChar char="§"/>
              <a:defRPr lang="en-US" dirty="0"/>
            </a:lvl1pPr>
            <a:lvl2pPr marL="171450" indent="-171450">
              <a:buFont typeface="Wingdings" pitchFamily="2" charset="2"/>
              <a:buChar char="§"/>
              <a:defRPr lang="en-US" dirty="0"/>
            </a:lvl2pPr>
            <a:lvl3pPr marL="350838" indent="-165100">
              <a:buFont typeface="System Font Regular"/>
              <a:buChar char="–"/>
              <a:tabLst/>
              <a:defRPr lang="en-US" dirty="0"/>
            </a:lvl3pPr>
            <a:lvl4pPr marL="515938" indent="-155575">
              <a:buFont typeface="Courier New" panose="02070309020205020404" pitchFamily="49" charset="0"/>
              <a:buChar char="o"/>
              <a:tabLst/>
              <a:defRPr lang="en-US" dirty="0"/>
            </a:lvl4pPr>
            <a:lvl5pPr marL="690563" indent="-153988">
              <a:buFont typeface="Arial" panose="020B0604020202020204" pitchFamily="34" charset="0"/>
              <a:buChar char="•"/>
              <a:tabLst/>
              <a:defRPr lang="en-US" dirty="0"/>
            </a:lvl5pPr>
          </a:lstStyle>
          <a:p>
            <a:pPr marL="171450" lvl="0" indent="-171450">
              <a:buFont typeface="Wingdings" pitchFamily="2" charset="2"/>
              <a:buChar char="§"/>
            </a:pPr>
            <a:r>
              <a:rPr lang="en-US"/>
              <a:t>Use Alt + Shift + Right/Left arrow to cycle through your text levels</a:t>
            </a:r>
          </a:p>
          <a:p>
            <a:pPr marL="171450" lvl="1" indent="-171450">
              <a:buFont typeface="Wingdings" pitchFamily="2" charset="2"/>
              <a:buChar char="§"/>
            </a:pPr>
            <a:r>
              <a:rPr lang="en-US"/>
              <a:t>Second level</a:t>
            </a:r>
          </a:p>
          <a:p>
            <a:pPr marL="350838" lvl="2" indent="-165100">
              <a:buFont typeface="System Font Regular"/>
              <a:buChar char="–"/>
              <a:tabLst/>
            </a:pPr>
            <a:r>
              <a:rPr lang="en-US"/>
              <a:t>Third level</a:t>
            </a:r>
          </a:p>
          <a:p>
            <a:pPr marL="515938" lvl="3" indent="-155575">
              <a:buFont typeface="Courier New" panose="02070309020205020404" pitchFamily="49" charset="0"/>
              <a:buChar char="o"/>
              <a:tabLst/>
            </a:pPr>
            <a:r>
              <a:rPr lang="en-US"/>
              <a:t>Fourth level</a:t>
            </a:r>
          </a:p>
          <a:p>
            <a:pPr marL="690563" lvl="4" indent="-153988">
              <a:buFont typeface="Arial" panose="020B0604020202020204" pitchFamily="34" charset="0"/>
              <a:buChar char="•"/>
              <a:tabLst/>
            </a:pPr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717BE-4189-0636-2F22-1920E542C8A7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>
          <a:xfrm>
            <a:off x="8818642" y="6309064"/>
            <a:ext cx="2777437" cy="247634"/>
          </a:xfrm>
        </p:spPr>
        <p:txBody>
          <a:bodyPr vert="horz" lIns="0" tIns="0" rIns="0" bIns="0" rtlCol="0" anchor="b"/>
          <a:lstStyle>
            <a:lvl1pPr algn="r">
              <a:defRPr lang="en-US" dirty="0"/>
            </a:lvl1pPr>
          </a:lstStyle>
          <a:p>
            <a:r>
              <a:rPr lang="en-US"/>
              <a:t>CONFIDENTIAL: NOT FOR DISTRIBUTION</a:t>
            </a:r>
            <a:endParaRPr lang="en-US" sz="1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102A9BA-51D1-AC7D-FAD8-EFD366BBBE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925" y="502920"/>
            <a:ext cx="11000153" cy="544022"/>
          </a:xfrm>
        </p:spPr>
        <p:txBody>
          <a:bodyPr vert="horz" rIns="0"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52">
            <a:extLst>
              <a:ext uri="{FF2B5EF4-FFF2-40B4-BE49-F238E27FC236}">
                <a16:creationId xmlns:a16="http://schemas.microsoft.com/office/drawing/2014/main" id="{C1A1E6CA-9BAB-0722-4452-B599C793C5E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95925" y="116721"/>
            <a:ext cx="11000153" cy="342423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900" b="1" i="0" kern="800" cap="all" spc="251" baseline="0">
                <a:solidFill>
                  <a:schemeClr val="accent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10" name="Text Placeholder 52">
            <a:extLst>
              <a:ext uri="{FF2B5EF4-FFF2-40B4-BE49-F238E27FC236}">
                <a16:creationId xmlns:a16="http://schemas.microsoft.com/office/drawing/2014/main" id="{40247E2F-FA02-212A-ACA2-12AA82ACFE0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95925" y="1097280"/>
            <a:ext cx="11000146" cy="34242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100" b="0" i="0" kern="800" spc="0" baseline="0">
                <a:solidFill>
                  <a:schemeClr val="accent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Subtitle or key takeaway goes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828B6B-B6F5-BE12-CD0B-48638B389C1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5925" y="6309064"/>
            <a:ext cx="2777437" cy="24763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700" b="0" smtClean="0">
                <a:latin typeface="+mn-lt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defTabSz="1043056"/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81371787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D74F4A10-D978-2729-D705-C77F22EAB1E4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>
          <a:xfrm>
            <a:off x="8818642" y="6309064"/>
            <a:ext cx="2777437" cy="247634"/>
          </a:xfrm>
        </p:spPr>
        <p:txBody>
          <a:bodyPr vert="horz" lIns="0" tIns="0" rIns="0" bIns="0" rtlCol="0" anchor="b"/>
          <a:lstStyle>
            <a:lvl1pPr>
              <a:defRPr lang="en-US" dirty="0"/>
            </a:lvl1pPr>
          </a:lstStyle>
          <a:p>
            <a:pPr algn="r"/>
            <a:r>
              <a:rPr lang="en-US"/>
              <a:t>CONFIDENTIAL: NOT FOR DISTRIBUTION</a:t>
            </a:r>
            <a:endParaRPr lang="en-US" sz="1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E642FA4-163C-31B0-AC7C-6701DD4A20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925" y="555315"/>
            <a:ext cx="11000153" cy="544022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52">
            <a:extLst>
              <a:ext uri="{FF2B5EF4-FFF2-40B4-BE49-F238E27FC236}">
                <a16:creationId xmlns:a16="http://schemas.microsoft.com/office/drawing/2014/main" id="{230E7882-2682-6BE9-CF8A-DEE2158C5DD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95925" y="116721"/>
            <a:ext cx="11000153" cy="342423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900" b="1" i="0" kern="800" cap="all" spc="251" baseline="0">
                <a:solidFill>
                  <a:schemeClr val="accent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13" name="Text Placeholder 52">
            <a:extLst>
              <a:ext uri="{FF2B5EF4-FFF2-40B4-BE49-F238E27FC236}">
                <a16:creationId xmlns:a16="http://schemas.microsoft.com/office/drawing/2014/main" id="{5D8DC06B-FACD-E018-EA0D-2D1139284AB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95925" y="1195508"/>
            <a:ext cx="11000146" cy="34242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100" b="0" i="0" kern="800" spc="0" baseline="0">
                <a:solidFill>
                  <a:schemeClr val="accent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Subtitle or key takeaway goes here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26023037-40AF-9399-0CD3-0B16455234C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5925" y="1678668"/>
            <a:ext cx="5335953" cy="4531632"/>
          </a:xfrm>
        </p:spPr>
        <p:txBody>
          <a:bodyPr/>
          <a:lstStyle>
            <a:lvl1pPr marL="171450" indent="-171450">
              <a:buFont typeface="Wingdings" pitchFamily="2" charset="2"/>
              <a:buChar char="§"/>
              <a:defRPr/>
            </a:lvl1pPr>
            <a:lvl2pPr marL="171450" indent="-171450">
              <a:buFont typeface="Wingdings" pitchFamily="2" charset="2"/>
              <a:buChar char="§"/>
              <a:defRPr/>
            </a:lvl2pPr>
            <a:lvl3pPr marL="350838" indent="-165100">
              <a:buFont typeface="System Font Regular"/>
              <a:buChar char="–"/>
              <a:tabLst/>
              <a:defRPr/>
            </a:lvl3pPr>
            <a:lvl4pPr marL="515938" indent="-155575">
              <a:buFont typeface="Courier New" panose="02070309020205020404" pitchFamily="49" charset="0"/>
              <a:buChar char="o"/>
              <a:tabLst/>
              <a:defRPr/>
            </a:lvl4pPr>
            <a:lvl5pPr marL="690563" indent="-153988">
              <a:buFont typeface="Arial" panose="020B0604020202020204" pitchFamily="34" charset="0"/>
              <a:buChar char="•"/>
              <a:tabLst/>
              <a:defRPr/>
            </a:lvl5pPr>
          </a:lstStyle>
          <a:p>
            <a:pPr lvl="0"/>
            <a:r>
              <a:rPr lang="en-US"/>
              <a:t>Use Alt + Shift + Right/Left arrow to cycle through your text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C4421615-E1F9-01B4-808A-DF6D48A5594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260117" y="1678668"/>
            <a:ext cx="5335953" cy="4531632"/>
          </a:xfrm>
        </p:spPr>
        <p:txBody>
          <a:bodyPr/>
          <a:lstStyle>
            <a:lvl1pPr marL="171450" indent="-171450">
              <a:buFont typeface="Wingdings" pitchFamily="2" charset="2"/>
              <a:buChar char="§"/>
              <a:defRPr/>
            </a:lvl1pPr>
            <a:lvl2pPr marL="171450" indent="-171450">
              <a:buFont typeface="Wingdings" pitchFamily="2" charset="2"/>
              <a:buChar char="§"/>
              <a:defRPr/>
            </a:lvl2pPr>
            <a:lvl3pPr marL="350838" indent="-165100">
              <a:buFont typeface="System Font Regular"/>
              <a:buChar char="–"/>
              <a:tabLst/>
              <a:defRPr/>
            </a:lvl3pPr>
            <a:lvl4pPr marL="515938" indent="-155575">
              <a:buFont typeface="Courier New" panose="02070309020205020404" pitchFamily="49" charset="0"/>
              <a:buChar char="o"/>
              <a:tabLst/>
              <a:defRPr/>
            </a:lvl4pPr>
            <a:lvl5pPr marL="690563" indent="-153988">
              <a:buFont typeface="Arial" panose="020B0604020202020204" pitchFamily="34" charset="0"/>
              <a:buChar char="•"/>
              <a:tabLst/>
              <a:defRPr/>
            </a:lvl5pPr>
          </a:lstStyle>
          <a:p>
            <a:pPr lvl="0"/>
            <a:r>
              <a:rPr lang="en-US"/>
              <a:t>Use Alt + Shift + Right/Left arrow to cycle through your text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814647CF-FB30-00A8-ABBA-17BFA6B8DC3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95925" y="6309064"/>
            <a:ext cx="2777437" cy="24763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700" b="0" smtClean="0">
                <a:latin typeface="+mn-lt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defTabSz="1043056"/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19408743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3EF42163-E848-F869-8AE8-199393204702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>
          <a:xfrm>
            <a:off x="8818642" y="6309064"/>
            <a:ext cx="2777437" cy="247634"/>
          </a:xfrm>
        </p:spPr>
        <p:txBody>
          <a:bodyPr vert="horz" lIns="0" tIns="0" rIns="0" bIns="0" rtlCol="0" anchor="b"/>
          <a:lstStyle>
            <a:lvl1pPr>
              <a:defRPr lang="en-US" dirty="0"/>
            </a:lvl1pPr>
          </a:lstStyle>
          <a:p>
            <a:pPr algn="r"/>
            <a:r>
              <a:rPr lang="en-US"/>
              <a:t>CONFIDENTIAL: NOT FOR DISTRIBUTION</a:t>
            </a:r>
            <a:endParaRPr lang="en-US" sz="1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C7757B4-F47A-E1FF-F323-8498D5F28B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924" y="555315"/>
            <a:ext cx="11000154" cy="544022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52">
            <a:extLst>
              <a:ext uri="{FF2B5EF4-FFF2-40B4-BE49-F238E27FC236}">
                <a16:creationId xmlns:a16="http://schemas.microsoft.com/office/drawing/2014/main" id="{A55432E5-A4F9-9605-025D-0CD6CCA3B37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95924" y="116721"/>
            <a:ext cx="11000154" cy="342423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900" b="1" i="0" kern="800" cap="all" spc="251" baseline="0">
                <a:solidFill>
                  <a:schemeClr val="accent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13" name="Text Placeholder 52">
            <a:extLst>
              <a:ext uri="{FF2B5EF4-FFF2-40B4-BE49-F238E27FC236}">
                <a16:creationId xmlns:a16="http://schemas.microsoft.com/office/drawing/2014/main" id="{5CBA1084-B530-56B6-B1B8-9B68FE45AEF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5924" y="1195508"/>
            <a:ext cx="11000148" cy="34242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100" b="0" i="0" kern="800" spc="0" baseline="0">
                <a:solidFill>
                  <a:schemeClr val="accent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Subtitle or key takeaway goes here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AE86B00-CC0E-B300-E170-2B83EDD349D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95924" y="1678668"/>
            <a:ext cx="3418384" cy="4531632"/>
          </a:xfrm>
        </p:spPr>
        <p:txBody>
          <a:bodyPr/>
          <a:lstStyle>
            <a:lvl1pPr marL="171450" indent="-171450">
              <a:buFont typeface="Wingdings" pitchFamily="2" charset="2"/>
              <a:buChar char="§"/>
              <a:defRPr/>
            </a:lvl1pPr>
            <a:lvl2pPr marL="171450" indent="-171450">
              <a:buFont typeface="Wingdings" pitchFamily="2" charset="2"/>
              <a:buChar char="§"/>
              <a:defRPr/>
            </a:lvl2pPr>
            <a:lvl3pPr marL="350838" indent="-165100">
              <a:buFont typeface="System Font Regular"/>
              <a:buChar char="–"/>
              <a:tabLst/>
              <a:defRPr/>
            </a:lvl3pPr>
            <a:lvl4pPr marL="515938" indent="-155575">
              <a:buFont typeface="Courier New" panose="02070309020205020404" pitchFamily="49" charset="0"/>
              <a:buChar char="o"/>
              <a:tabLst/>
              <a:defRPr/>
            </a:lvl4pPr>
            <a:lvl5pPr marL="690563" indent="-153988">
              <a:buFont typeface="Arial" panose="020B0604020202020204" pitchFamily="34" charset="0"/>
              <a:buChar char="•"/>
              <a:tabLst/>
              <a:defRPr/>
            </a:lvl5pPr>
          </a:lstStyle>
          <a:p>
            <a:pPr lvl="0"/>
            <a:r>
              <a:rPr lang="en-US"/>
              <a:t>Use Alt + Shift + Right/Left arrow to cycle through your text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8D904416-A46E-552A-8208-64844C7EFFC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386807" y="1678668"/>
            <a:ext cx="3418383" cy="4531632"/>
          </a:xfrm>
        </p:spPr>
        <p:txBody>
          <a:bodyPr/>
          <a:lstStyle>
            <a:lvl1pPr marL="171450" indent="-171450">
              <a:buFont typeface="Wingdings" pitchFamily="2" charset="2"/>
              <a:buChar char="§"/>
              <a:defRPr/>
            </a:lvl1pPr>
            <a:lvl2pPr marL="171450" indent="-171450">
              <a:buFont typeface="Wingdings" pitchFamily="2" charset="2"/>
              <a:buChar char="§"/>
              <a:defRPr/>
            </a:lvl2pPr>
            <a:lvl3pPr marL="350838" indent="-165100">
              <a:buFont typeface="System Font Regular"/>
              <a:buChar char="–"/>
              <a:tabLst/>
              <a:defRPr/>
            </a:lvl3pPr>
            <a:lvl4pPr marL="515938" indent="-155575">
              <a:buFont typeface="Courier New" panose="02070309020205020404" pitchFamily="49" charset="0"/>
              <a:buChar char="o"/>
              <a:tabLst/>
              <a:defRPr/>
            </a:lvl4pPr>
            <a:lvl5pPr marL="690563" indent="-153988">
              <a:buFont typeface="Arial" panose="020B0604020202020204" pitchFamily="34" charset="0"/>
              <a:buChar char="•"/>
              <a:tabLst/>
              <a:defRPr/>
            </a:lvl5pPr>
          </a:lstStyle>
          <a:p>
            <a:pPr lvl="0"/>
            <a:r>
              <a:rPr lang="en-US"/>
              <a:t>Use Alt + Shift + Right/Left arrow to cycle through your text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F0B13215-35C6-EAB9-E361-C1113D30B31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177689" y="1678668"/>
            <a:ext cx="3418383" cy="4531632"/>
          </a:xfrm>
        </p:spPr>
        <p:txBody>
          <a:bodyPr/>
          <a:lstStyle>
            <a:lvl1pPr marL="171450" indent="-171450">
              <a:buFont typeface="Wingdings" pitchFamily="2" charset="2"/>
              <a:buChar char="§"/>
              <a:defRPr/>
            </a:lvl1pPr>
            <a:lvl2pPr marL="171450" indent="-171450">
              <a:buFont typeface="Wingdings" pitchFamily="2" charset="2"/>
              <a:buChar char="§"/>
              <a:defRPr/>
            </a:lvl2pPr>
            <a:lvl3pPr marL="350838" indent="-165100">
              <a:buFont typeface="System Font Regular"/>
              <a:buChar char="–"/>
              <a:tabLst/>
              <a:defRPr/>
            </a:lvl3pPr>
            <a:lvl4pPr marL="515938" indent="-155575">
              <a:buFont typeface="Courier New" panose="02070309020205020404" pitchFamily="49" charset="0"/>
              <a:buChar char="o"/>
              <a:tabLst/>
              <a:defRPr/>
            </a:lvl4pPr>
            <a:lvl5pPr marL="690563" indent="-153988">
              <a:buFont typeface="Arial" panose="020B0604020202020204" pitchFamily="34" charset="0"/>
              <a:buChar char="•"/>
              <a:tabLst/>
              <a:defRPr/>
            </a:lvl5pPr>
          </a:lstStyle>
          <a:p>
            <a:pPr lvl="0"/>
            <a:r>
              <a:rPr lang="en-US"/>
              <a:t>Use Alt + Shift + Right/Left arrow to cycle through your text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3616D24-930B-5AE5-4CA0-2D3D127E13C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95925" y="6309064"/>
            <a:ext cx="2777437" cy="24763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700" b="0" smtClean="0">
                <a:latin typeface="+mn-lt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defTabSz="1043056"/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4771776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ft 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51BE927-8CA5-3A37-C1B6-FCE975B168A2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>
          <a:xfrm>
            <a:off x="8818642" y="6309064"/>
            <a:ext cx="2777437" cy="247634"/>
          </a:xfrm>
        </p:spPr>
        <p:txBody>
          <a:bodyPr vert="horz" lIns="0" tIns="0" rIns="0" bIns="0" rtlCol="0" anchor="b"/>
          <a:lstStyle>
            <a:lvl1pPr>
              <a:defRPr lang="en-US" dirty="0"/>
            </a:lvl1pPr>
          </a:lstStyle>
          <a:p>
            <a:pPr algn="r"/>
            <a:r>
              <a:rPr lang="en-US"/>
              <a:t>CONFIDENTIAL: NOT FOR DISTRIBUTION</a:t>
            </a:r>
            <a:endParaRPr lang="en-US" sz="1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D6548B9-5CB1-F56A-39F8-1463B29FFE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923" y="2961322"/>
            <a:ext cx="3038622" cy="935358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2">
            <a:extLst>
              <a:ext uri="{FF2B5EF4-FFF2-40B4-BE49-F238E27FC236}">
                <a16:creationId xmlns:a16="http://schemas.microsoft.com/office/drawing/2014/main" id="{7B069BDA-BD2E-7CCD-6DCF-399A25FDAD0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95923" y="2438076"/>
            <a:ext cx="3038622" cy="342423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900" b="1" i="0" kern="800" spc="251" baseline="0">
                <a:solidFill>
                  <a:schemeClr val="accent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7" name="Text Placeholder 52">
            <a:extLst>
              <a:ext uri="{FF2B5EF4-FFF2-40B4-BE49-F238E27FC236}">
                <a16:creationId xmlns:a16="http://schemas.microsoft.com/office/drawing/2014/main" id="{259F9514-EF2B-7B2F-B4C9-4E65DD8969D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5923" y="4045654"/>
            <a:ext cx="3038622" cy="498297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100" b="0" i="0" kern="800" spc="0" baseline="0">
                <a:solidFill>
                  <a:schemeClr val="accent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Subtitle or key takeaway goes here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30535FD-B7B8-C169-39AE-A18630114CD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218396" y="637676"/>
            <a:ext cx="7377681" cy="5572624"/>
          </a:xfrm>
        </p:spPr>
        <p:txBody>
          <a:bodyPr/>
          <a:lstStyle>
            <a:lvl1pPr marL="171450" indent="-171450">
              <a:buFont typeface="Wingdings" pitchFamily="2" charset="2"/>
              <a:buChar char="§"/>
              <a:defRPr/>
            </a:lvl1pPr>
            <a:lvl2pPr marL="171450" indent="-171450">
              <a:buFont typeface="Wingdings" pitchFamily="2" charset="2"/>
              <a:buChar char="§"/>
              <a:defRPr/>
            </a:lvl2pPr>
            <a:lvl3pPr marL="350838" indent="-165100">
              <a:buFont typeface="System Font Regular"/>
              <a:buChar char="–"/>
              <a:tabLst/>
              <a:defRPr/>
            </a:lvl3pPr>
            <a:lvl4pPr marL="515938" indent="-155575">
              <a:buFont typeface="Courier New" panose="02070309020205020404" pitchFamily="49" charset="0"/>
              <a:buChar char="o"/>
              <a:tabLst/>
              <a:defRPr/>
            </a:lvl4pPr>
            <a:lvl5pPr marL="690563" indent="-153988">
              <a:buFont typeface="Arial" panose="020B0604020202020204" pitchFamily="34" charset="0"/>
              <a:buChar char="•"/>
              <a:tabLst/>
              <a:defRPr/>
            </a:lvl5pPr>
          </a:lstStyle>
          <a:p>
            <a:pPr lvl="0"/>
            <a:r>
              <a:rPr lang="en-US"/>
              <a:t>Use Alt + Shift + Right/Left arrow to cycle through your text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30B0267E-EE0B-B2D6-7D11-FE1A32232A5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95925" y="6309064"/>
            <a:ext cx="2777437" cy="24763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700" b="0" smtClean="0">
                <a:latin typeface="+mn-lt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defTabSz="1043056"/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63847345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op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0849E99-4534-466D-AE39-CAA330FD09D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</p:nvPr>
        </p:nvGraphicFramePr>
        <p:xfrm>
          <a:off x="1927" y="1402"/>
          <a:ext cx="1924" cy="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0849E99-4534-466D-AE39-CAA330FD09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27" y="1402"/>
                        <a:ext cx="1924" cy="1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BDEEBED5-53F8-CB28-3171-D11EA6AA6E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924" y="555315"/>
            <a:ext cx="11000154" cy="544022"/>
          </a:xfrm>
        </p:spPr>
        <p:txBody>
          <a:bodyPr vert="horz" rIns="0"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52">
            <a:extLst>
              <a:ext uri="{FF2B5EF4-FFF2-40B4-BE49-F238E27FC236}">
                <a16:creationId xmlns:a16="http://schemas.microsoft.com/office/drawing/2014/main" id="{8258712C-F783-4A4D-9C5A-5EBB5B79C5C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95924" y="116721"/>
            <a:ext cx="11000154" cy="342423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900" b="1" i="0" kern="800" cap="all" spc="251" baseline="0">
                <a:solidFill>
                  <a:schemeClr val="accent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65FAA36-A318-338A-83AF-6ED73018AECE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>
          <a:xfrm>
            <a:off x="8818642" y="6309064"/>
            <a:ext cx="2777437" cy="247634"/>
          </a:xfrm>
        </p:spPr>
        <p:txBody>
          <a:bodyPr vert="horz" lIns="0" tIns="0" rIns="0" bIns="0" rtlCol="0" anchor="b"/>
          <a:lstStyle>
            <a:lvl1pPr>
              <a:defRPr lang="en-US" dirty="0"/>
            </a:lvl1pPr>
          </a:lstStyle>
          <a:p>
            <a:pPr algn="r"/>
            <a:r>
              <a:rPr lang="en-US"/>
              <a:t>CONFIDENTIAL: NOT FOR DISTRIBUTION</a:t>
            </a:r>
            <a:endParaRPr lang="en-US" sz="1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1" name="Text Placeholder 52">
            <a:extLst>
              <a:ext uri="{FF2B5EF4-FFF2-40B4-BE49-F238E27FC236}">
                <a16:creationId xmlns:a16="http://schemas.microsoft.com/office/drawing/2014/main" id="{6DBB5B81-7CD3-3D85-7C91-B069486C531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95924" y="1195508"/>
            <a:ext cx="11000148" cy="34242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100" b="0" i="0" kern="800" spc="0" baseline="0">
                <a:solidFill>
                  <a:schemeClr val="accent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Subtitle or key takeaway goes here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9D5F7C7-8D23-3F61-295A-840FF5F88B3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5925" y="6309064"/>
            <a:ext cx="2777437" cy="24763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700" b="0" smtClean="0">
                <a:latin typeface="+mn-lt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defTabSz="1043056"/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16438317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ft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9471C23-B0D5-703E-5699-24BA33CD7B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923" y="2961322"/>
            <a:ext cx="3038622" cy="935358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52">
            <a:extLst>
              <a:ext uri="{FF2B5EF4-FFF2-40B4-BE49-F238E27FC236}">
                <a16:creationId xmlns:a16="http://schemas.microsoft.com/office/drawing/2014/main" id="{BDF8299C-A228-B36F-1449-AD2F69B0AD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95923" y="2438076"/>
            <a:ext cx="3038622" cy="342423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900" b="1" i="0" kern="800" spc="251" baseline="0">
                <a:solidFill>
                  <a:schemeClr val="accent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0BC718-BD65-76B0-6CA8-BC886E18FF53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>
          <a:xfrm>
            <a:off x="8818642" y="6309064"/>
            <a:ext cx="2777437" cy="247634"/>
          </a:xfrm>
        </p:spPr>
        <p:txBody>
          <a:bodyPr vert="horz" lIns="0" tIns="0" rIns="0" bIns="0" rtlCol="0" anchor="b"/>
          <a:lstStyle>
            <a:lvl1pPr>
              <a:defRPr lang="en-US" dirty="0"/>
            </a:lvl1pPr>
          </a:lstStyle>
          <a:p>
            <a:pPr algn="r"/>
            <a:r>
              <a:rPr lang="en-US"/>
              <a:t>CONFIDENTIAL: NOT FOR DISTRIBUTION</a:t>
            </a:r>
            <a:endParaRPr lang="en-US" sz="1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4" name="Text Placeholder 52">
            <a:extLst>
              <a:ext uri="{FF2B5EF4-FFF2-40B4-BE49-F238E27FC236}">
                <a16:creationId xmlns:a16="http://schemas.microsoft.com/office/drawing/2014/main" id="{2311C9E8-1AD2-18F9-F602-798072F123A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5923" y="4045654"/>
            <a:ext cx="3038622" cy="498297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100" b="0" i="0" kern="800" spc="0" baseline="0">
                <a:solidFill>
                  <a:schemeClr val="accent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Subtitle or key takeaway goes here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456081A5-ECFD-2EED-9EB1-14550777353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95925" y="6309064"/>
            <a:ext cx="2777437" cy="24763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700" b="0" smtClean="0">
                <a:latin typeface="+mn-lt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defTabSz="1043056"/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49498738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Impact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5E87ED80-C2DC-15B5-0296-A4794C17A1CB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7620000" y="-2"/>
            <a:ext cx="4572000" cy="6858002"/>
          </a:xfrm>
          <a:solidFill>
            <a:schemeClr val="accent1"/>
          </a:solidFill>
        </p:spPr>
        <p:txBody>
          <a:bodyPr lIns="274320" tIns="91440" rIns="274320" bIns="0">
            <a:noAutofit/>
          </a:bodyPr>
          <a:lstStyle>
            <a:lvl1pPr algn="ctr">
              <a:defRPr sz="12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insert </a:t>
            </a:r>
            <a:r>
              <a:rPr lang="en-US" err="1"/>
              <a:t>bkgd</a:t>
            </a:r>
            <a:r>
              <a:rPr lang="en-US"/>
              <a:t> image or hit space bar for solid blue box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878B23-6B61-470E-BD2B-5BF8BFABD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923" y="752980"/>
            <a:ext cx="6871676" cy="724321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52">
            <a:extLst>
              <a:ext uri="{FF2B5EF4-FFF2-40B4-BE49-F238E27FC236}">
                <a16:creationId xmlns:a16="http://schemas.microsoft.com/office/drawing/2014/main" id="{6C21F7D1-B6D2-8629-01CB-6A6B1A97990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95923" y="229736"/>
            <a:ext cx="6871676" cy="342423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900" b="1" i="0" kern="800" cap="all" spc="251" baseline="0">
                <a:solidFill>
                  <a:schemeClr val="accent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C8BCF1F5-E9A8-CEDC-9E22-AB3C6E5052BC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>
          <a:xfrm>
            <a:off x="8818642" y="6309064"/>
            <a:ext cx="2777437" cy="247634"/>
          </a:xfrm>
        </p:spPr>
        <p:txBody>
          <a:bodyPr vert="horz" lIns="0" tIns="0" rIns="0" bIns="0" rtlCol="0" anchor="b"/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CONFIDENTIAL: NOT FOR DISTRIBUTION</a:t>
            </a:r>
            <a:endParaRPr lang="en-US" sz="10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5E6A1A6-D4E7-2902-83D7-7948E776F7A4}"/>
              </a:ext>
            </a:extLst>
          </p:cNvPr>
          <p:cNvCxnSpPr>
            <a:cxnSpLocks/>
          </p:cNvCxnSpPr>
          <p:nvPr userDrawn="1"/>
        </p:nvCxnSpPr>
        <p:spPr>
          <a:xfrm>
            <a:off x="11865940" y="0"/>
            <a:ext cx="0" cy="52285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hlinkClick r:id="" action="ppaction://noaction"/>
            <a:extLst>
              <a:ext uri="{FF2B5EF4-FFF2-40B4-BE49-F238E27FC236}">
                <a16:creationId xmlns:a16="http://schemas.microsoft.com/office/drawing/2014/main" id="{B0D83F79-65B7-2684-5DB8-88F73000A62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1252060" y="5900564"/>
            <a:ext cx="1204205" cy="119045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94A9FCE7-F6A3-3E60-9BD6-33A0357D9BA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5922" y="1640397"/>
            <a:ext cx="6871676" cy="4505571"/>
          </a:xfrm>
        </p:spPr>
        <p:txBody>
          <a:bodyPr/>
          <a:lstStyle>
            <a:lvl1pPr marL="171450" indent="-171450">
              <a:buFont typeface="Wingdings" pitchFamily="2" charset="2"/>
              <a:buChar char="§"/>
              <a:defRPr/>
            </a:lvl1pPr>
            <a:lvl2pPr marL="171450" indent="-171450">
              <a:buFont typeface="Wingdings" pitchFamily="2" charset="2"/>
              <a:buChar char="§"/>
              <a:defRPr/>
            </a:lvl2pPr>
            <a:lvl3pPr marL="350838" indent="-165100">
              <a:buFont typeface="System Font Regular"/>
              <a:buChar char="–"/>
              <a:tabLst/>
              <a:defRPr/>
            </a:lvl3pPr>
            <a:lvl4pPr marL="515938" indent="-155575">
              <a:buFont typeface="Courier New" panose="02070309020205020404" pitchFamily="49" charset="0"/>
              <a:buChar char="o"/>
              <a:tabLst/>
              <a:defRPr/>
            </a:lvl4pPr>
            <a:lvl5pPr marL="690563" indent="-153988">
              <a:buFont typeface="Arial" panose="020B0604020202020204" pitchFamily="34" charset="0"/>
              <a:buChar char="•"/>
              <a:tabLst/>
              <a:defRPr/>
            </a:lvl5pPr>
          </a:lstStyle>
          <a:p>
            <a:pPr lvl="0"/>
            <a:r>
              <a:rPr lang="en-US"/>
              <a:t>Use Alt + Shift + Right/Left arrow to cycle through your text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7E017D7-FE1A-15C9-DD30-2A28061269D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023202" y="904874"/>
            <a:ext cx="3572875" cy="5305424"/>
          </a:xfrm>
        </p:spPr>
        <p:txBody>
          <a:bodyPr/>
          <a:lstStyle>
            <a:lvl1pPr marL="171450" indent="-171450">
              <a:buFont typeface="Wingdings" pitchFamily="2" charset="2"/>
              <a:buChar char="§"/>
              <a:defRPr>
                <a:solidFill>
                  <a:schemeClr val="bg1"/>
                </a:solidFill>
              </a:defRPr>
            </a:lvl1pPr>
            <a:lvl2pPr marL="171450" indent="-171450">
              <a:buFont typeface="Wingdings" pitchFamily="2" charset="2"/>
              <a:buChar char="§"/>
              <a:defRPr>
                <a:solidFill>
                  <a:schemeClr val="bg1"/>
                </a:solidFill>
              </a:defRPr>
            </a:lvl2pPr>
            <a:lvl3pPr marL="350838" indent="-165100">
              <a:buFont typeface="System Font Regular"/>
              <a:buChar char="–"/>
              <a:tabLst/>
              <a:defRPr>
                <a:solidFill>
                  <a:schemeClr val="bg1"/>
                </a:solidFill>
              </a:defRPr>
            </a:lvl3pPr>
            <a:lvl4pPr marL="515938" indent="-155575">
              <a:buFont typeface="Courier New" panose="02070309020205020404" pitchFamily="49" charset="0"/>
              <a:buChar char="o"/>
              <a:tabLst/>
              <a:defRPr>
                <a:solidFill>
                  <a:schemeClr val="bg1"/>
                </a:solidFill>
              </a:defRPr>
            </a:lvl4pPr>
            <a:lvl5pPr marL="690563" indent="-153988"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Alt + Shift + Right/Left arrow to cycle through your text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B95B88E-E053-368A-5C20-7B44F63276D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95925" y="6309064"/>
            <a:ext cx="2777437" cy="24763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700" b="0" smtClean="0">
                <a:latin typeface="+mn-lt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defTabSz="1043056"/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50716294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ynamic Library_Case Study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F45F45B-2D7B-DC52-936E-6CA0B5970BB2}"/>
              </a:ext>
            </a:extLst>
          </p:cNvPr>
          <p:cNvSpPr>
            <a:spLocks/>
          </p:cNvSpPr>
          <p:nvPr userDrawn="1"/>
        </p:nvSpPr>
        <p:spPr>
          <a:xfrm>
            <a:off x="7643654" y="0"/>
            <a:ext cx="4548346" cy="6858000"/>
          </a:xfrm>
          <a:custGeom>
            <a:avLst/>
            <a:gdLst>
              <a:gd name="connsiteX0" fmla="*/ 0 w 3974995"/>
              <a:gd name="connsiteY0" fmla="*/ 0 h 7404286"/>
              <a:gd name="connsiteX1" fmla="*/ 3974995 w 3974995"/>
              <a:gd name="connsiteY1" fmla="*/ 0 h 7404286"/>
              <a:gd name="connsiteX2" fmla="*/ 3974995 w 3974995"/>
              <a:gd name="connsiteY2" fmla="*/ 7404286 h 7404286"/>
              <a:gd name="connsiteX3" fmla="*/ 0 w 3974995"/>
              <a:gd name="connsiteY3" fmla="*/ 7404286 h 7404286"/>
              <a:gd name="connsiteX4" fmla="*/ 0 w 3974995"/>
              <a:gd name="connsiteY4" fmla="*/ 1157383 h 7404286"/>
              <a:gd name="connsiteX5" fmla="*/ 261474 w 3974995"/>
              <a:gd name="connsiteY5" fmla="*/ 875876 h 7404286"/>
              <a:gd name="connsiteX6" fmla="*/ 0 w 3974995"/>
              <a:gd name="connsiteY6" fmla="*/ 619253 h 7404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74995" h="7404286">
                <a:moveTo>
                  <a:pt x="0" y="0"/>
                </a:moveTo>
                <a:lnTo>
                  <a:pt x="3974995" y="0"/>
                </a:lnTo>
                <a:lnTo>
                  <a:pt x="3974995" y="7404286"/>
                </a:lnTo>
                <a:lnTo>
                  <a:pt x="0" y="7404286"/>
                </a:lnTo>
                <a:lnTo>
                  <a:pt x="0" y="1157383"/>
                </a:lnTo>
                <a:lnTo>
                  <a:pt x="261474" y="875876"/>
                </a:lnTo>
                <a:lnTo>
                  <a:pt x="0" y="619253"/>
                </a:lnTo>
                <a:close/>
              </a:path>
            </a:pathLst>
          </a:cu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104305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21528" algn="l" defTabSz="104305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43056" algn="l" defTabSz="104305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564584" algn="l" defTabSz="104305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86112" algn="l" defTabSz="104305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607640" algn="l" defTabSz="104305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129168" algn="l" defTabSz="104305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650696" algn="l" defTabSz="104305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172224" algn="l" defTabSz="104305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8" algn="ctr">
              <a:spcAft>
                <a:spcPts val="400"/>
              </a:spcAft>
            </a:pPr>
            <a:endParaRPr lang="en-US" sz="1200" err="1">
              <a:solidFill>
                <a:schemeClr val="bg1"/>
              </a:solidFill>
            </a:endParaRP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391E41EB-7C8C-BCFA-79A5-194A5EFDE32C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>
          <a:xfrm>
            <a:off x="8818642" y="6309064"/>
            <a:ext cx="2777437" cy="247634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CONFIDENTIAL: NOT FOR DISTRIBUTION</a:t>
            </a:r>
            <a:endParaRPr lang="en-US" sz="10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BC1B13-BE20-7D6F-78D9-D221205BE21D}"/>
              </a:ext>
            </a:extLst>
          </p:cNvPr>
          <p:cNvCxnSpPr>
            <a:cxnSpLocks/>
          </p:cNvCxnSpPr>
          <p:nvPr userDrawn="1"/>
        </p:nvCxnSpPr>
        <p:spPr>
          <a:xfrm>
            <a:off x="11865940" y="0"/>
            <a:ext cx="0" cy="52285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hlinkClick r:id="" action="ppaction://noaction"/>
            <a:extLst>
              <a:ext uri="{FF2B5EF4-FFF2-40B4-BE49-F238E27FC236}">
                <a16:creationId xmlns:a16="http://schemas.microsoft.com/office/drawing/2014/main" id="{DD75ED04-5FF3-6FBF-38F3-32A37D9EAF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1252060" y="5900564"/>
            <a:ext cx="1204205" cy="119045"/>
          </a:xfrm>
          <a:prstGeom prst="rect">
            <a:avLst/>
          </a:prstGeom>
        </p:spPr>
      </p:pic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0B25B1-BA08-E12E-353E-A44345E9DEE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5925" y="6309064"/>
            <a:ext cx="2777437" cy="24763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700" b="0" smtClean="0">
                <a:latin typeface="+mn-lt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defTabSz="1043056"/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69618563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se Study Single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icture Placeholder 50">
            <a:extLst>
              <a:ext uri="{FF2B5EF4-FFF2-40B4-BE49-F238E27FC236}">
                <a16:creationId xmlns:a16="http://schemas.microsoft.com/office/drawing/2014/main" id="{77DC1588-A041-0DDE-3FC9-04E04E6EAA87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7620000" y="0"/>
            <a:ext cx="4572000" cy="6858000"/>
          </a:xfrm>
          <a:custGeom>
            <a:avLst/>
            <a:gdLst>
              <a:gd name="connsiteX0" fmla="*/ 0 w 4572000"/>
              <a:gd name="connsiteY0" fmla="*/ 0 h 6858000"/>
              <a:gd name="connsiteX1" fmla="*/ 4572000 w 4572000"/>
              <a:gd name="connsiteY1" fmla="*/ 0 h 6858000"/>
              <a:gd name="connsiteX2" fmla="*/ 4572000 w 4572000"/>
              <a:gd name="connsiteY2" fmla="*/ 6858000 h 6858000"/>
              <a:gd name="connsiteX3" fmla="*/ 0 w 4572000"/>
              <a:gd name="connsiteY3" fmla="*/ 6858000 h 6858000"/>
              <a:gd name="connsiteX4" fmla="*/ 0 w 4572000"/>
              <a:gd name="connsiteY4" fmla="*/ 1174789 h 6858000"/>
              <a:gd name="connsiteX5" fmla="*/ 266447 w 4572000"/>
              <a:gd name="connsiteY5" fmla="*/ 870158 h 6858000"/>
              <a:gd name="connsiteX6" fmla="*/ 0 w 4572000"/>
              <a:gd name="connsiteY6" fmla="*/ 5655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72000" h="6858000">
                <a:moveTo>
                  <a:pt x="0" y="0"/>
                </a:moveTo>
                <a:lnTo>
                  <a:pt x="4572000" y="0"/>
                </a:lnTo>
                <a:lnTo>
                  <a:pt x="4572000" y="6858000"/>
                </a:lnTo>
                <a:lnTo>
                  <a:pt x="0" y="6858000"/>
                </a:lnTo>
                <a:lnTo>
                  <a:pt x="0" y="1174789"/>
                </a:lnTo>
                <a:lnTo>
                  <a:pt x="266447" y="870158"/>
                </a:lnTo>
                <a:lnTo>
                  <a:pt x="0" y="565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274320" tIns="91440" rIns="274320">
            <a:noAutofit/>
          </a:bodyPr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insert </a:t>
            </a:r>
            <a:r>
              <a:rPr lang="en-US" err="1"/>
              <a:t>bkgd</a:t>
            </a:r>
            <a:r>
              <a:rPr lang="en-US"/>
              <a:t> image or hit space bar for solid blue box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878B23-6B61-470E-BD2B-5BF8BFABD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5432" y="752981"/>
            <a:ext cx="5598507" cy="321328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391E41EB-7C8C-BCFA-79A5-194A5EFDE32C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>
          <a:xfrm>
            <a:off x="8818642" y="6309064"/>
            <a:ext cx="2777437" cy="247634"/>
          </a:xfrm>
        </p:spPr>
        <p:txBody>
          <a:bodyPr vert="horz" lIns="0" tIns="0" rIns="0" bIns="0" rtlCol="0" anchor="b"/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CONFIDENTIAL: NOT FOR DISTRIBUTION</a:t>
            </a:r>
            <a:endParaRPr lang="en-US" sz="10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BC1B13-BE20-7D6F-78D9-D221205BE21D}"/>
              </a:ext>
            </a:extLst>
          </p:cNvPr>
          <p:cNvCxnSpPr>
            <a:cxnSpLocks/>
          </p:cNvCxnSpPr>
          <p:nvPr userDrawn="1"/>
        </p:nvCxnSpPr>
        <p:spPr>
          <a:xfrm>
            <a:off x="11865940" y="0"/>
            <a:ext cx="0" cy="52285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hlinkClick r:id="" action="ppaction://noaction"/>
            <a:extLst>
              <a:ext uri="{FF2B5EF4-FFF2-40B4-BE49-F238E27FC236}">
                <a16:creationId xmlns:a16="http://schemas.microsoft.com/office/drawing/2014/main" id="{DD75ED04-5FF3-6FBF-38F3-32A37D9EAF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1252060" y="5900564"/>
            <a:ext cx="1204205" cy="119045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AC6F5052-7CEE-1DC9-877C-E95E84EE27B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133843" y="1074309"/>
            <a:ext cx="3462235" cy="2354691"/>
          </a:xfrm>
        </p:spPr>
        <p:txBody>
          <a:bodyPr/>
          <a:lstStyle>
            <a:lvl1pPr marL="171450" indent="-171450">
              <a:buFont typeface="Wingdings" pitchFamily="2" charset="2"/>
              <a:buChar char="§"/>
              <a:defRPr sz="1000">
                <a:solidFill>
                  <a:schemeClr val="bg1"/>
                </a:solidFill>
              </a:defRPr>
            </a:lvl1pPr>
            <a:lvl2pPr marL="171450" indent="-171450">
              <a:buFont typeface="Wingdings" pitchFamily="2" charset="2"/>
              <a:buChar char="§"/>
              <a:defRPr sz="1000">
                <a:solidFill>
                  <a:schemeClr val="bg1"/>
                </a:solidFill>
              </a:defRPr>
            </a:lvl2pPr>
            <a:lvl3pPr marL="350838" indent="-165100">
              <a:buFont typeface="System Font Regular"/>
              <a:buChar char="–"/>
              <a:tabLst/>
              <a:defRPr sz="1000">
                <a:solidFill>
                  <a:schemeClr val="bg1"/>
                </a:solidFill>
              </a:defRPr>
            </a:lvl3pPr>
            <a:lvl4pPr marL="515938" indent="-165100">
              <a:buFont typeface="Courier New" panose="02070309020205020404" pitchFamily="49" charset="0"/>
              <a:buChar char="o"/>
              <a:tabLst/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Alt + Shift + Right/Left arrow to cycle through your text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A021262-3674-8F71-664E-5D33FE03F73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133843" y="813691"/>
            <a:ext cx="3462235" cy="241017"/>
          </a:xfrm>
        </p:spPr>
        <p:txBody>
          <a:bodyPr/>
          <a:lstStyle>
            <a:lvl1pPr>
              <a:defRPr spc="244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95DA9A85-30FB-8413-B99E-AB2C26FB545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133843" y="5766747"/>
            <a:ext cx="3462235" cy="241017"/>
          </a:xfrm>
        </p:spPr>
        <p:txBody>
          <a:bodyPr/>
          <a:lstStyle>
            <a:lvl1pPr algn="ctr">
              <a:defRPr spc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IMPACT STAT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EB4B3AD-CEE8-CB51-62D6-B5F9085C2885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133843" y="5063362"/>
            <a:ext cx="3462235" cy="703385"/>
          </a:xfrm>
        </p:spPr>
        <p:txBody>
          <a:bodyPr/>
          <a:lstStyle>
            <a:lvl1pPr algn="ctr">
              <a:defRPr sz="4000" b="0" i="1" spc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$XX%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F91EED39-7D59-9BB5-353C-BE3B2D010F2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133843" y="4585219"/>
            <a:ext cx="3462235" cy="241017"/>
          </a:xfrm>
        </p:spPr>
        <p:txBody>
          <a:bodyPr/>
          <a:lstStyle>
            <a:lvl1pPr algn="ctr">
              <a:defRPr spc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IMPACT STAT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2D8000E8-7561-C097-CD7C-CFA42871AE22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133843" y="3881834"/>
            <a:ext cx="3462235" cy="703385"/>
          </a:xfrm>
        </p:spPr>
        <p:txBody>
          <a:bodyPr/>
          <a:lstStyle>
            <a:lvl1pPr algn="ctr">
              <a:defRPr sz="4000" b="0" i="1" spc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$XX%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DC8FDDFE-99FB-B681-084C-DA5428B94F4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5924" y="1684795"/>
            <a:ext cx="6698018" cy="2011680"/>
          </a:xfrm>
        </p:spPr>
        <p:txBody>
          <a:bodyPr/>
          <a:lstStyle>
            <a:lvl1pPr marL="171450" indent="-171450">
              <a:buFont typeface="Wingdings" pitchFamily="2" charset="2"/>
              <a:buChar char="§"/>
              <a:defRPr sz="1000" b="0">
                <a:solidFill>
                  <a:schemeClr val="accent1"/>
                </a:solidFill>
              </a:defRPr>
            </a:lvl1pPr>
            <a:lvl2pPr marL="171450" indent="-171450">
              <a:buFont typeface="Wingdings" pitchFamily="2" charset="2"/>
              <a:buChar char="§"/>
              <a:defRPr sz="1000" b="0">
                <a:solidFill>
                  <a:schemeClr val="accent1"/>
                </a:solidFill>
              </a:defRPr>
            </a:lvl2pPr>
            <a:lvl3pPr marL="350838" indent="-176213">
              <a:buFont typeface="System Font Regular"/>
              <a:buChar char="–"/>
              <a:tabLst/>
              <a:defRPr sz="1000" b="0">
                <a:solidFill>
                  <a:schemeClr val="accent1"/>
                </a:solidFill>
              </a:defRPr>
            </a:lvl3pPr>
            <a:lvl4pPr marL="515938" indent="-165100">
              <a:buFont typeface="Courier New" panose="02070309020205020404" pitchFamily="49" charset="0"/>
              <a:buChar char="o"/>
              <a:tabLst/>
              <a:defRPr sz="1000" b="0">
                <a:solidFill>
                  <a:schemeClr val="accent1"/>
                </a:solidFill>
              </a:defRPr>
            </a:lvl4pPr>
            <a:lvl5pPr>
              <a:defRPr sz="10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Use Alt + Shift + Right/Left arrow to cycle through your text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6A77F5A6-1728-F62A-2ADE-5F1C93C04D3D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595924" y="229736"/>
            <a:ext cx="1011813" cy="824973"/>
          </a:xfrm>
          <a:noFill/>
        </p:spPr>
        <p:txBody>
          <a:bodyPr lIns="72000" tIns="72000" rIns="72000" bIns="72000" anchor="ctr">
            <a:noAutofit/>
          </a:bodyPr>
          <a:lstStyle>
            <a:lvl1pPr algn="ctr">
              <a:defRPr sz="975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ICON / LOGO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BA52051A-4FF2-A51A-9C93-6872F0D3132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95924" y="1424179"/>
            <a:ext cx="6698018" cy="241017"/>
          </a:xfrm>
        </p:spPr>
        <p:txBody>
          <a:bodyPr/>
          <a:lstStyle>
            <a:lvl1pPr>
              <a:defRPr spc="244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B33AC0E6-8919-CD54-3026-E2CDF5A3BE3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5924" y="3817631"/>
            <a:ext cx="6698018" cy="241017"/>
          </a:xfrm>
        </p:spPr>
        <p:txBody>
          <a:bodyPr/>
          <a:lstStyle>
            <a:lvl1pPr>
              <a:defRPr spc="244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C7A6415F-0A4A-A383-A1EE-A0824D9CE534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95924" y="4103614"/>
            <a:ext cx="6698018" cy="2011680"/>
          </a:xfrm>
        </p:spPr>
        <p:txBody>
          <a:bodyPr/>
          <a:lstStyle>
            <a:lvl1pPr marL="171450" indent="-171450">
              <a:buFont typeface="Wingdings" pitchFamily="2" charset="2"/>
              <a:buChar char="§"/>
              <a:defRPr sz="1000" b="0">
                <a:solidFill>
                  <a:schemeClr val="accent1"/>
                </a:solidFill>
              </a:defRPr>
            </a:lvl1pPr>
            <a:lvl2pPr marL="171450" indent="-171450">
              <a:buFont typeface="Wingdings" pitchFamily="2" charset="2"/>
              <a:buChar char="§"/>
              <a:defRPr sz="1000" b="0">
                <a:solidFill>
                  <a:schemeClr val="accent1"/>
                </a:solidFill>
              </a:defRPr>
            </a:lvl2pPr>
            <a:lvl3pPr marL="350838" indent="-176213">
              <a:buFont typeface="System Font Regular"/>
              <a:buChar char="–"/>
              <a:tabLst/>
              <a:defRPr sz="1000" b="0">
                <a:solidFill>
                  <a:schemeClr val="accent1"/>
                </a:solidFill>
              </a:defRPr>
            </a:lvl3pPr>
            <a:lvl4pPr marL="515938" indent="-165100">
              <a:buFont typeface="Courier New" panose="02070309020205020404" pitchFamily="49" charset="0"/>
              <a:buChar char="o"/>
              <a:tabLst/>
              <a:defRPr sz="1000" b="0">
                <a:solidFill>
                  <a:schemeClr val="accent1"/>
                </a:solidFill>
              </a:defRPr>
            </a:lvl4pPr>
            <a:lvl5pPr>
              <a:defRPr sz="10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Use Alt + Shift + Right/Left arrow to cycle through your text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Text Placeholder 52">
            <a:extLst>
              <a:ext uri="{FF2B5EF4-FFF2-40B4-BE49-F238E27FC236}">
                <a16:creationId xmlns:a16="http://schemas.microsoft.com/office/drawing/2014/main" id="{25212483-ECD0-3FDC-F217-A31BD7A44593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695433" y="229736"/>
            <a:ext cx="5598508" cy="342423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900" b="1" i="0" kern="800" cap="all" spc="251" baseline="0">
                <a:solidFill>
                  <a:schemeClr val="accent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SERVICE LINE / INDUSTRY / SUBTITLE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C12A10BD-F163-6696-5692-48E285963B6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5925" y="6309064"/>
            <a:ext cx="2777437" cy="24763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700" b="0" smtClean="0">
                <a:latin typeface="+mn-lt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defTabSz="1043056"/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15378042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se Study Single - Alternate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icture Placeholder 50">
            <a:extLst>
              <a:ext uri="{FF2B5EF4-FFF2-40B4-BE49-F238E27FC236}">
                <a16:creationId xmlns:a16="http://schemas.microsoft.com/office/drawing/2014/main" id="{77DC1588-A041-0DDE-3FC9-04E04E6EAA87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7620000" y="0"/>
            <a:ext cx="4572000" cy="6858000"/>
          </a:xfrm>
          <a:custGeom>
            <a:avLst/>
            <a:gdLst>
              <a:gd name="connsiteX0" fmla="*/ 0 w 4572000"/>
              <a:gd name="connsiteY0" fmla="*/ 0 h 6858000"/>
              <a:gd name="connsiteX1" fmla="*/ 4572000 w 4572000"/>
              <a:gd name="connsiteY1" fmla="*/ 0 h 6858000"/>
              <a:gd name="connsiteX2" fmla="*/ 4572000 w 4572000"/>
              <a:gd name="connsiteY2" fmla="*/ 6858000 h 6858000"/>
              <a:gd name="connsiteX3" fmla="*/ 0 w 4572000"/>
              <a:gd name="connsiteY3" fmla="*/ 6858000 h 6858000"/>
              <a:gd name="connsiteX4" fmla="*/ 0 w 4572000"/>
              <a:gd name="connsiteY4" fmla="*/ 1174789 h 6858000"/>
              <a:gd name="connsiteX5" fmla="*/ 266447 w 4572000"/>
              <a:gd name="connsiteY5" fmla="*/ 870158 h 6858000"/>
              <a:gd name="connsiteX6" fmla="*/ 0 w 4572000"/>
              <a:gd name="connsiteY6" fmla="*/ 5655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72000" h="6858000">
                <a:moveTo>
                  <a:pt x="0" y="0"/>
                </a:moveTo>
                <a:lnTo>
                  <a:pt x="4572000" y="0"/>
                </a:lnTo>
                <a:lnTo>
                  <a:pt x="4572000" y="6858000"/>
                </a:lnTo>
                <a:lnTo>
                  <a:pt x="0" y="6858000"/>
                </a:lnTo>
                <a:lnTo>
                  <a:pt x="0" y="1174789"/>
                </a:lnTo>
                <a:lnTo>
                  <a:pt x="266447" y="870158"/>
                </a:lnTo>
                <a:lnTo>
                  <a:pt x="0" y="565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274320" tIns="91440" rIns="274320">
            <a:noAutofit/>
          </a:bodyPr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insert </a:t>
            </a:r>
            <a:r>
              <a:rPr lang="en-US" err="1"/>
              <a:t>bkgd</a:t>
            </a:r>
            <a:r>
              <a:rPr lang="en-US"/>
              <a:t> image or hit space bar for solid blue box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2928797" y="1074308"/>
            <a:ext cx="4398436" cy="2194560"/>
          </a:xfrm>
        </p:spPr>
        <p:txBody>
          <a:bodyPr/>
          <a:lstStyle>
            <a:lvl1pPr marL="171450" indent="-171450">
              <a:buFont typeface="Wingdings" pitchFamily="2" charset="2"/>
              <a:buChar char="§"/>
              <a:defRPr sz="1000" b="0">
                <a:solidFill>
                  <a:schemeClr val="accent1"/>
                </a:solidFill>
              </a:defRPr>
            </a:lvl1pPr>
            <a:lvl2pPr marL="171450" indent="-171450">
              <a:buFont typeface="Wingdings" pitchFamily="2" charset="2"/>
              <a:buChar char="§"/>
              <a:defRPr sz="1000" b="0">
                <a:solidFill>
                  <a:schemeClr val="accent1"/>
                </a:solidFill>
              </a:defRPr>
            </a:lvl2pPr>
            <a:lvl3pPr marL="350838" indent="-176213">
              <a:buFont typeface="System Font Regular"/>
              <a:buChar char="–"/>
              <a:tabLst/>
              <a:defRPr sz="1000" b="0">
                <a:solidFill>
                  <a:schemeClr val="accent1"/>
                </a:solidFill>
              </a:defRPr>
            </a:lvl3pPr>
            <a:lvl4pPr marL="515938" indent="-165100">
              <a:buFont typeface="Courier New" panose="02070309020205020404" pitchFamily="49" charset="0"/>
              <a:buChar char="o"/>
              <a:tabLst/>
              <a:defRPr sz="1000" b="0">
                <a:solidFill>
                  <a:schemeClr val="accent1"/>
                </a:solidFill>
              </a:defRPr>
            </a:lvl4pPr>
            <a:lvl5pPr>
              <a:defRPr sz="10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Use Alt + Shift + Right/Left arrow to cycle through your text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878B23-6B61-470E-BD2B-5BF8BFABD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924" y="2968284"/>
            <a:ext cx="1859362" cy="968805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7" name="Text Placeholder 52">
            <a:extLst>
              <a:ext uri="{FF2B5EF4-FFF2-40B4-BE49-F238E27FC236}">
                <a16:creationId xmlns:a16="http://schemas.microsoft.com/office/drawing/2014/main" id="{6C21F7D1-B6D2-8629-01CB-6A6B1A97990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95924" y="3991678"/>
            <a:ext cx="1859362" cy="397633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900" b="1" i="0" kern="800" cap="all" spc="203" baseline="0">
                <a:solidFill>
                  <a:schemeClr val="accent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SERVICE LINE / INDUSTRY / SUBTITLE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37D12213-E264-D617-8E82-66814E926D26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595924" y="2034005"/>
            <a:ext cx="1125415" cy="914400"/>
          </a:xfrm>
          <a:noFill/>
        </p:spPr>
        <p:txBody>
          <a:bodyPr lIns="72000" tIns="72000" rIns="72000" bIns="72000" anchor="ctr">
            <a:noAutofit/>
          </a:bodyPr>
          <a:lstStyle>
            <a:lvl1pPr algn="ctr">
              <a:defRPr sz="975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ICON / LOGO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CB6DBF00-CEFE-3F68-989F-37F3D0054DC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928797" y="813691"/>
            <a:ext cx="4398436" cy="241017"/>
          </a:xfrm>
        </p:spPr>
        <p:txBody>
          <a:bodyPr/>
          <a:lstStyle>
            <a:lvl1pPr>
              <a:defRPr cap="all" spc="244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0E2241B6-FA19-158E-065D-025647D9B4E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928797" y="3627231"/>
            <a:ext cx="4398436" cy="241017"/>
          </a:xfrm>
        </p:spPr>
        <p:txBody>
          <a:bodyPr/>
          <a:lstStyle>
            <a:lvl1pPr>
              <a:defRPr cap="all" spc="244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391E41EB-7C8C-BCFA-79A5-194A5EFDE32C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>
          <a:xfrm>
            <a:off x="8818642" y="6309064"/>
            <a:ext cx="2777437" cy="247634"/>
          </a:xfrm>
        </p:spPr>
        <p:txBody>
          <a:bodyPr vert="horz" lIns="0" tIns="0" rIns="0" bIns="0" rtlCol="0" anchor="b"/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CONFIDENTIAL: NOT FOR DISTRIBUTION</a:t>
            </a:r>
            <a:endParaRPr lang="en-US" sz="10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BC1B13-BE20-7D6F-78D9-D221205BE21D}"/>
              </a:ext>
            </a:extLst>
          </p:cNvPr>
          <p:cNvCxnSpPr>
            <a:cxnSpLocks/>
          </p:cNvCxnSpPr>
          <p:nvPr userDrawn="1"/>
        </p:nvCxnSpPr>
        <p:spPr>
          <a:xfrm>
            <a:off x="11865940" y="0"/>
            <a:ext cx="0" cy="52285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hlinkClick r:id="" action="ppaction://noaction"/>
            <a:extLst>
              <a:ext uri="{FF2B5EF4-FFF2-40B4-BE49-F238E27FC236}">
                <a16:creationId xmlns:a16="http://schemas.microsoft.com/office/drawing/2014/main" id="{DD75ED04-5FF3-6FBF-38F3-32A37D9EAF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1252060" y="5900564"/>
            <a:ext cx="1204205" cy="119045"/>
          </a:xfrm>
          <a:prstGeom prst="rect">
            <a:avLst/>
          </a:prstGeom>
        </p:spPr>
      </p:pic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A3AAE8D3-3F58-E0C7-BC98-3BC339A94D67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928797" y="3913214"/>
            <a:ext cx="4398436" cy="2194560"/>
          </a:xfrm>
        </p:spPr>
        <p:txBody>
          <a:bodyPr/>
          <a:lstStyle>
            <a:lvl1pPr marL="171450" indent="-171450">
              <a:buFont typeface="Wingdings" pitchFamily="2" charset="2"/>
              <a:buChar char="§"/>
              <a:defRPr sz="1000" b="0">
                <a:solidFill>
                  <a:schemeClr val="accent1"/>
                </a:solidFill>
              </a:defRPr>
            </a:lvl1pPr>
            <a:lvl2pPr marL="171450" indent="-171450">
              <a:buFont typeface="Wingdings" pitchFamily="2" charset="2"/>
              <a:buChar char="§"/>
              <a:defRPr sz="1000" b="0">
                <a:solidFill>
                  <a:schemeClr val="accent1"/>
                </a:solidFill>
              </a:defRPr>
            </a:lvl2pPr>
            <a:lvl3pPr marL="350838" indent="-176213">
              <a:buFont typeface="System Font Regular"/>
              <a:buChar char="–"/>
              <a:tabLst/>
              <a:defRPr sz="1000" b="0">
                <a:solidFill>
                  <a:schemeClr val="accent1"/>
                </a:solidFill>
              </a:defRPr>
            </a:lvl3pPr>
            <a:lvl4pPr marL="515938" indent="-165100">
              <a:buFont typeface="Courier New" panose="02070309020205020404" pitchFamily="49" charset="0"/>
              <a:buChar char="o"/>
              <a:tabLst/>
              <a:defRPr sz="1000" b="0">
                <a:solidFill>
                  <a:schemeClr val="accent1"/>
                </a:solidFill>
              </a:defRPr>
            </a:lvl4pPr>
            <a:lvl5pPr>
              <a:defRPr sz="10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Use Alt + Shift + Right/Left arrow to cycle through your text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AC6F5052-7CEE-1DC9-877C-E95E84EE27B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133843" y="1074309"/>
            <a:ext cx="3462235" cy="2354691"/>
          </a:xfrm>
        </p:spPr>
        <p:txBody>
          <a:bodyPr/>
          <a:lstStyle>
            <a:lvl1pPr marL="171450" indent="-171450">
              <a:buFont typeface="Wingdings" pitchFamily="2" charset="2"/>
              <a:buChar char="§"/>
              <a:defRPr sz="1000">
                <a:solidFill>
                  <a:schemeClr val="bg1"/>
                </a:solidFill>
              </a:defRPr>
            </a:lvl1pPr>
            <a:lvl2pPr marL="171450" indent="-171450">
              <a:buFont typeface="Wingdings" pitchFamily="2" charset="2"/>
              <a:buChar char="§"/>
              <a:defRPr sz="1000">
                <a:solidFill>
                  <a:schemeClr val="bg1"/>
                </a:solidFill>
              </a:defRPr>
            </a:lvl2pPr>
            <a:lvl3pPr marL="350838" indent="-165100">
              <a:buFont typeface="System Font Regular"/>
              <a:buChar char="–"/>
              <a:tabLst/>
              <a:defRPr sz="1000">
                <a:solidFill>
                  <a:schemeClr val="bg1"/>
                </a:solidFill>
              </a:defRPr>
            </a:lvl3pPr>
            <a:lvl4pPr marL="515938" indent="-165100">
              <a:buFont typeface="Courier New" panose="02070309020205020404" pitchFamily="49" charset="0"/>
              <a:buChar char="o"/>
              <a:tabLst/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Alt + Shift + Right/Left arrow to cycle through your text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A021262-3674-8F71-664E-5D33FE03F73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133843" y="813691"/>
            <a:ext cx="3462235" cy="241017"/>
          </a:xfrm>
        </p:spPr>
        <p:txBody>
          <a:bodyPr/>
          <a:lstStyle>
            <a:lvl1pPr>
              <a:defRPr spc="244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95DA9A85-30FB-8413-B99E-AB2C26FB545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133843" y="5766747"/>
            <a:ext cx="3462235" cy="241017"/>
          </a:xfrm>
        </p:spPr>
        <p:txBody>
          <a:bodyPr/>
          <a:lstStyle>
            <a:lvl1pPr algn="ctr">
              <a:defRPr spc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IMPACT STAT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EB4B3AD-CEE8-CB51-62D6-B5F9085C2885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133843" y="5063362"/>
            <a:ext cx="3462235" cy="703385"/>
          </a:xfrm>
        </p:spPr>
        <p:txBody>
          <a:bodyPr/>
          <a:lstStyle>
            <a:lvl1pPr algn="ctr">
              <a:defRPr sz="4000" b="0" i="1" spc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$XX%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F91EED39-7D59-9BB5-353C-BE3B2D010F2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133843" y="4585219"/>
            <a:ext cx="3462235" cy="241017"/>
          </a:xfrm>
        </p:spPr>
        <p:txBody>
          <a:bodyPr/>
          <a:lstStyle>
            <a:lvl1pPr algn="ctr">
              <a:defRPr spc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IMPACT STAT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2D8000E8-7561-C097-CD7C-CFA42871AE22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133843" y="3881834"/>
            <a:ext cx="3462235" cy="703385"/>
          </a:xfrm>
        </p:spPr>
        <p:txBody>
          <a:bodyPr/>
          <a:lstStyle>
            <a:lvl1pPr algn="ctr">
              <a:defRPr sz="4000" b="0" i="1" spc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$XX%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6FADC932-F88A-9EFF-18E7-21514A0B579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5925" y="6309064"/>
            <a:ext cx="2777437" cy="24763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700" b="0" smtClean="0">
                <a:latin typeface="+mn-lt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defTabSz="1043056"/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05003333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se Studies 3-Up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5E87ED80-C2DC-15B5-0296-A4794C17A1CB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768162" y="1477300"/>
            <a:ext cx="3383280" cy="4668669"/>
          </a:xfrm>
          <a:solidFill>
            <a:schemeClr val="accent1"/>
          </a:solidFill>
        </p:spPr>
        <p:txBody>
          <a:bodyPr lIns="72000" tIns="72000" rIns="72000" bIns="72000">
            <a:noAutofit/>
          </a:bodyPr>
          <a:lstStyle>
            <a:lvl1pPr algn="ctr"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insert </a:t>
            </a:r>
            <a:r>
              <a:rPr lang="en-US" err="1"/>
              <a:t>bkgd</a:t>
            </a:r>
            <a:r>
              <a:rPr lang="en-US"/>
              <a:t> image or hit space bar for solid blue box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D7BE4F4E-8916-50C2-9FDA-D624439940FB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4395682" y="1477300"/>
            <a:ext cx="3383280" cy="4668669"/>
          </a:xfrm>
          <a:solidFill>
            <a:schemeClr val="accent1"/>
          </a:solidFill>
        </p:spPr>
        <p:txBody>
          <a:bodyPr lIns="72000" tIns="72000" rIns="72000" bIns="72000">
            <a:noAutofit/>
          </a:bodyPr>
          <a:lstStyle>
            <a:lvl1pPr algn="ctr"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insert </a:t>
            </a:r>
            <a:r>
              <a:rPr lang="en-US" err="1"/>
              <a:t>bkgd</a:t>
            </a:r>
            <a:r>
              <a:rPr lang="en-US"/>
              <a:t> image or hit space bar for solid blue box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4571FDBE-B5F1-4BD3-8055-0B7C659DA25A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8023203" y="1477300"/>
            <a:ext cx="3383280" cy="4668669"/>
          </a:xfrm>
          <a:solidFill>
            <a:schemeClr val="accent1"/>
          </a:solidFill>
        </p:spPr>
        <p:txBody>
          <a:bodyPr lIns="72000" tIns="72000" rIns="72000" bIns="72000">
            <a:noAutofit/>
          </a:bodyPr>
          <a:lstStyle>
            <a:lvl1pPr algn="ctr"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insert </a:t>
            </a:r>
            <a:r>
              <a:rPr lang="en-US" err="1"/>
              <a:t>bkgd</a:t>
            </a:r>
            <a:r>
              <a:rPr lang="en-US"/>
              <a:t> image or hit space bar for solid blue box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FEF68979-2E1E-6D49-2F3F-6CE840010AD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39735" y="5017902"/>
            <a:ext cx="2743200" cy="703385"/>
          </a:xfrm>
        </p:spPr>
        <p:txBody>
          <a:bodyPr/>
          <a:lstStyle>
            <a:lvl1pPr algn="ctr">
              <a:defRPr sz="3600" b="0" i="1" spc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$XX%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05AA54B0-2268-868F-B95B-F0C5BEE4F6C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710272" y="5721287"/>
            <a:ext cx="2743200" cy="241017"/>
          </a:xfrm>
        </p:spPr>
        <p:txBody>
          <a:bodyPr/>
          <a:lstStyle>
            <a:lvl1pPr algn="ctr">
              <a:defRPr spc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IMPACT STAT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98B6F3C4-A7E8-D4DB-A1BD-223C3838EBDF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710272" y="5017902"/>
            <a:ext cx="2743200" cy="703385"/>
          </a:xfrm>
        </p:spPr>
        <p:txBody>
          <a:bodyPr/>
          <a:lstStyle>
            <a:lvl1pPr algn="ctr">
              <a:defRPr sz="3600" b="0" i="1" spc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$XX%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1856C9C6-19C6-6685-BC10-A35C42AC420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94875" y="5721287"/>
            <a:ext cx="2743200" cy="241017"/>
          </a:xfrm>
        </p:spPr>
        <p:txBody>
          <a:bodyPr/>
          <a:lstStyle>
            <a:lvl1pPr algn="ctr">
              <a:defRPr spc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IMPACT STAT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19F547DB-EB43-EA17-AA22-E22D4987AB0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094875" y="5017902"/>
            <a:ext cx="2743200" cy="703385"/>
          </a:xfrm>
        </p:spPr>
        <p:txBody>
          <a:bodyPr/>
          <a:lstStyle>
            <a:lvl1pPr algn="ctr">
              <a:defRPr sz="3600" b="0" i="1" spc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$XX%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2E52DF44-3AA7-9DE8-6B3E-9552D23A47A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249171" y="3494072"/>
            <a:ext cx="2948713" cy="1312027"/>
          </a:xfrm>
        </p:spPr>
        <p:txBody>
          <a:bodyPr/>
          <a:lstStyle>
            <a:lvl1pPr>
              <a:defRPr sz="900" b="0">
                <a:solidFill>
                  <a:schemeClr val="bg1"/>
                </a:solidFill>
              </a:defRPr>
            </a:lvl1pPr>
            <a:lvl2pPr>
              <a:defRPr sz="813">
                <a:solidFill>
                  <a:schemeClr val="bg1"/>
                </a:solidFill>
              </a:defRPr>
            </a:lvl2pPr>
            <a:lvl3pPr>
              <a:defRPr sz="813">
                <a:solidFill>
                  <a:schemeClr val="bg1"/>
                </a:solidFill>
              </a:defRPr>
            </a:lvl3pPr>
            <a:lvl4pPr>
              <a:defRPr sz="813">
                <a:solidFill>
                  <a:schemeClr val="bg1"/>
                </a:solidFill>
              </a:defRPr>
            </a:lvl4pPr>
            <a:lvl5pPr>
              <a:defRPr sz="81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Brief description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69E2D7F3-DBBC-C376-6C13-CF075628B86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49171" y="2600422"/>
            <a:ext cx="2948713" cy="241017"/>
          </a:xfrm>
        </p:spPr>
        <p:txBody>
          <a:bodyPr anchor="b"/>
          <a:lstStyle>
            <a:lvl1pPr>
              <a:defRPr sz="900" b="0" spc="244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INDUSTRY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60E53009-947B-FEB9-3EBD-E0E64DF9641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249171" y="2895844"/>
            <a:ext cx="2948713" cy="543825"/>
          </a:xfrm>
        </p:spPr>
        <p:txBody>
          <a:bodyPr/>
          <a:lstStyle>
            <a:lvl1pPr>
              <a:defRPr sz="1400" b="1" spc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Company Name / Description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0C14C54C-422C-82FF-F73C-029B2ECCE3A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633774" y="3494072"/>
            <a:ext cx="2948713" cy="1312027"/>
          </a:xfrm>
        </p:spPr>
        <p:txBody>
          <a:bodyPr/>
          <a:lstStyle>
            <a:lvl1pPr>
              <a:defRPr sz="900" b="0">
                <a:solidFill>
                  <a:schemeClr val="bg1"/>
                </a:solidFill>
              </a:defRPr>
            </a:lvl1pPr>
            <a:lvl2pPr>
              <a:defRPr sz="813">
                <a:solidFill>
                  <a:schemeClr val="bg1"/>
                </a:solidFill>
              </a:defRPr>
            </a:lvl2pPr>
            <a:lvl3pPr>
              <a:defRPr sz="813">
                <a:solidFill>
                  <a:schemeClr val="bg1"/>
                </a:solidFill>
              </a:defRPr>
            </a:lvl3pPr>
            <a:lvl4pPr>
              <a:defRPr sz="813">
                <a:solidFill>
                  <a:schemeClr val="bg1"/>
                </a:solidFill>
              </a:defRPr>
            </a:lvl4pPr>
            <a:lvl5pPr>
              <a:defRPr sz="81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Brief description</a:t>
            </a:r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778CEB0C-8DA1-DEE7-0F7A-1FB499377D0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633774" y="2600422"/>
            <a:ext cx="2948713" cy="241017"/>
          </a:xfrm>
        </p:spPr>
        <p:txBody>
          <a:bodyPr anchor="b"/>
          <a:lstStyle>
            <a:lvl1pPr>
              <a:defRPr sz="900" b="0" spc="244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INDUSTRY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1F0A902E-27B0-48E4-0914-E67137E5967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633774" y="2895844"/>
            <a:ext cx="2948713" cy="543825"/>
          </a:xfrm>
        </p:spPr>
        <p:txBody>
          <a:bodyPr/>
          <a:lstStyle>
            <a:lvl1pPr>
              <a:defRPr sz="1400" b="1" spc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Company Name / Description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D94C5C5D-3F29-97F5-F4EB-C8FF24F9C50F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90242" y="3494072"/>
            <a:ext cx="2948713" cy="1312027"/>
          </a:xfrm>
        </p:spPr>
        <p:txBody>
          <a:bodyPr/>
          <a:lstStyle>
            <a:lvl1pPr>
              <a:defRPr sz="900" b="0">
                <a:solidFill>
                  <a:schemeClr val="bg1"/>
                </a:solidFill>
              </a:defRPr>
            </a:lvl1pPr>
            <a:lvl2pPr>
              <a:defRPr sz="813">
                <a:solidFill>
                  <a:schemeClr val="bg1"/>
                </a:solidFill>
              </a:defRPr>
            </a:lvl2pPr>
            <a:lvl3pPr>
              <a:defRPr sz="813">
                <a:solidFill>
                  <a:schemeClr val="bg1"/>
                </a:solidFill>
              </a:defRPr>
            </a:lvl3pPr>
            <a:lvl4pPr>
              <a:defRPr sz="813">
                <a:solidFill>
                  <a:schemeClr val="bg1"/>
                </a:solidFill>
              </a:defRPr>
            </a:lvl4pPr>
            <a:lvl5pPr>
              <a:defRPr sz="81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Brief description</a:t>
            </a:r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DF850EB6-D0F6-CC74-F2A7-99A3AD20F468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990242" y="2600422"/>
            <a:ext cx="2948713" cy="241017"/>
          </a:xfrm>
        </p:spPr>
        <p:txBody>
          <a:bodyPr anchor="b"/>
          <a:lstStyle>
            <a:lvl1pPr>
              <a:defRPr sz="900" b="0" spc="244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INDUSTRY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AD5F4669-1392-33C7-4A3A-35F32E619B1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90242" y="2895844"/>
            <a:ext cx="2948713" cy="543825"/>
          </a:xfrm>
        </p:spPr>
        <p:txBody>
          <a:bodyPr/>
          <a:lstStyle>
            <a:lvl1pPr>
              <a:defRPr sz="1400" b="1" spc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Company Name / Description</a:t>
            </a: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D72CD45E-131F-D60A-9787-52497C45A53A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990243" y="1795040"/>
            <a:ext cx="900332" cy="731520"/>
          </a:xfrm>
          <a:noFill/>
        </p:spPr>
        <p:txBody>
          <a:bodyPr lIns="72000" tIns="72000" rIns="72000" bIns="72000" anchor="ctr">
            <a:noAutofit/>
          </a:bodyPr>
          <a:lstStyle>
            <a:lvl1pPr algn="ctr">
              <a:defRPr sz="813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ICON / LOGO</a:t>
            </a: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91159AA9-16A5-3AD3-65AE-73A933CFFBE1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4633776" y="1795040"/>
            <a:ext cx="900332" cy="731520"/>
          </a:xfrm>
          <a:noFill/>
        </p:spPr>
        <p:txBody>
          <a:bodyPr lIns="72000" tIns="72000" rIns="72000" bIns="72000" anchor="ctr">
            <a:noAutofit/>
          </a:bodyPr>
          <a:lstStyle>
            <a:lvl1pPr algn="ctr">
              <a:defRPr sz="813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ICON / LOGO</a:t>
            </a:r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69E7B2FE-A1F9-93E8-3BE6-4D82AF6262AE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8249173" y="1795040"/>
            <a:ext cx="900332" cy="731520"/>
          </a:xfrm>
          <a:noFill/>
        </p:spPr>
        <p:txBody>
          <a:bodyPr lIns="72000" tIns="72000" rIns="72000" bIns="72000" anchor="ctr">
            <a:noAutofit/>
          </a:bodyPr>
          <a:lstStyle>
            <a:lvl1pPr algn="ctr">
              <a:defRPr sz="813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ICON / LOGO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2DBC47-E0C9-2167-7DC2-3A6B8C27A4F6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>
          <a:xfrm>
            <a:off x="8818642" y="6309064"/>
            <a:ext cx="2777437" cy="247634"/>
          </a:xfrm>
        </p:spPr>
        <p:txBody>
          <a:bodyPr vert="horz" lIns="0" tIns="0" rIns="0" bIns="0" rtlCol="0" anchor="b"/>
          <a:lstStyle>
            <a:lvl1pPr>
              <a:defRPr lang="en-US" dirty="0"/>
            </a:lvl1pPr>
          </a:lstStyle>
          <a:p>
            <a:pPr algn="r"/>
            <a:r>
              <a:rPr lang="en-US"/>
              <a:t>CONFIDENTIAL: NOT FOR DISTRIBUTION</a:t>
            </a:r>
            <a:endParaRPr lang="en-US" sz="1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6C4025E-16A6-412D-3E32-F6E7193E4D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924" y="555315"/>
            <a:ext cx="11000153" cy="544022"/>
          </a:xfrm>
        </p:spPr>
        <p:txBody>
          <a:bodyPr anchor="ctr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52">
            <a:extLst>
              <a:ext uri="{FF2B5EF4-FFF2-40B4-BE49-F238E27FC236}">
                <a16:creationId xmlns:a16="http://schemas.microsoft.com/office/drawing/2014/main" id="{37CA1451-7B60-0B77-803A-CE575A485DB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95924" y="116721"/>
            <a:ext cx="11000153" cy="342423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900" b="1" i="0" kern="800" cap="all" spc="251" baseline="0">
                <a:solidFill>
                  <a:schemeClr val="accent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11" name="Text Placeholder 52">
            <a:extLst>
              <a:ext uri="{FF2B5EF4-FFF2-40B4-BE49-F238E27FC236}">
                <a16:creationId xmlns:a16="http://schemas.microsoft.com/office/drawing/2014/main" id="{E13BF335-AE3B-7661-199D-DEF6D286306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95925" y="1195508"/>
            <a:ext cx="11000146" cy="342423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100" b="0" i="0" kern="800" spc="0" baseline="0">
                <a:solidFill>
                  <a:schemeClr val="accent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Subtitle or key takeaway goes here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4C57FBE1-617C-F99A-7D43-5B71EC9BD4E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8339735" y="5721287"/>
            <a:ext cx="2743200" cy="241017"/>
          </a:xfrm>
        </p:spPr>
        <p:txBody>
          <a:bodyPr/>
          <a:lstStyle>
            <a:lvl1pPr algn="ctr">
              <a:defRPr spc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IMPACT STAT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8D7DE28-07AC-5E09-7C93-EDE571B5FD35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595925" y="6309064"/>
            <a:ext cx="2777437" cy="24763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700" b="0" smtClean="0">
                <a:latin typeface="+mn-lt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defTabSz="1043056"/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00100576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o 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4AC348E-61A4-DDD2-8B78-653FC0EA7D04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2" y="0"/>
            <a:ext cx="3392905" cy="6858000"/>
          </a:xfrm>
          <a:solidFill>
            <a:schemeClr val="accent1"/>
          </a:solidFill>
        </p:spPr>
        <p:txBody>
          <a:bodyPr lIns="72000" tIns="72000" rIns="72000" bIns="72000">
            <a:noAutofit/>
          </a:bodyPr>
          <a:lstStyle>
            <a:lvl1pPr algn="ctr">
              <a:defRPr sz="12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insert </a:t>
            </a:r>
            <a:r>
              <a:rPr lang="en-US" err="1"/>
              <a:t>bkgd</a:t>
            </a:r>
            <a:r>
              <a:rPr lang="en-US"/>
              <a:t> image or hit space bar for solid blue box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27F0A60F-90D6-4C84-A7CA-4F1C4637ABFE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595924" y="564625"/>
            <a:ext cx="2093122" cy="2688439"/>
          </a:xfrm>
          <a:solidFill>
            <a:srgbClr val="D9D9D9"/>
          </a:solidFill>
        </p:spPr>
        <p:txBody>
          <a:bodyPr lIns="72000" tIns="72000" rIns="72000" bIns="72000">
            <a:noAutofit/>
          </a:bodyPr>
          <a:lstStyle>
            <a:lvl1pPr algn="ctr">
              <a:defRPr sz="1412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HEADSHOT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494E1E-7EDE-CB3E-DDB2-5AE874D9FCCF}"/>
              </a:ext>
            </a:extLst>
          </p:cNvPr>
          <p:cNvCxnSpPr>
            <a:cxnSpLocks/>
          </p:cNvCxnSpPr>
          <p:nvPr userDrawn="1"/>
        </p:nvCxnSpPr>
        <p:spPr>
          <a:xfrm>
            <a:off x="581676" y="552617"/>
            <a:ext cx="281123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51F42B-EA06-DB2D-3BC2-EE5B1BC7F66B}"/>
              </a:ext>
            </a:extLst>
          </p:cNvPr>
          <p:cNvCxnSpPr>
            <a:cxnSpLocks/>
          </p:cNvCxnSpPr>
          <p:nvPr userDrawn="1"/>
        </p:nvCxnSpPr>
        <p:spPr>
          <a:xfrm>
            <a:off x="3392906" y="552617"/>
            <a:ext cx="43389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8179A01-0AF6-B908-9F82-5B58A63EDACA}"/>
              </a:ext>
            </a:extLst>
          </p:cNvPr>
          <p:cNvCxnSpPr>
            <a:cxnSpLocks/>
          </p:cNvCxnSpPr>
          <p:nvPr userDrawn="1"/>
        </p:nvCxnSpPr>
        <p:spPr>
          <a:xfrm>
            <a:off x="597457" y="3253062"/>
            <a:ext cx="209397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7CA1A41-D28C-C4A3-8AD7-6606B40FEE69}"/>
              </a:ext>
            </a:extLst>
          </p:cNvPr>
          <p:cNvCxnSpPr>
            <a:cxnSpLocks/>
          </p:cNvCxnSpPr>
          <p:nvPr userDrawn="1"/>
        </p:nvCxnSpPr>
        <p:spPr>
          <a:xfrm>
            <a:off x="597457" y="4473345"/>
            <a:ext cx="209397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3EFAA40-7B59-4DC4-9CF0-50EF9899FB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927" y="3382866"/>
            <a:ext cx="2093975" cy="552068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Name</a:t>
            </a:r>
          </a:p>
        </p:txBody>
      </p:sp>
      <p:sp>
        <p:nvSpPr>
          <p:cNvPr id="8" name="Text Placeholder 52">
            <a:extLst>
              <a:ext uri="{FF2B5EF4-FFF2-40B4-BE49-F238E27FC236}">
                <a16:creationId xmlns:a16="http://schemas.microsoft.com/office/drawing/2014/main" id="{5233535A-237B-49D4-80AC-9EFC6E654D4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95924" y="3958872"/>
            <a:ext cx="2090911" cy="4175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1" kern="800" spc="0" baseline="0">
                <a:solidFill>
                  <a:schemeClr val="bg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32318A38-FDF4-47FF-A864-6A93172ACD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69431" y="456356"/>
            <a:ext cx="7569422" cy="5776003"/>
          </a:xfrm>
        </p:spPr>
        <p:txBody>
          <a:bodyPr/>
          <a:lstStyle>
            <a:lvl1pPr>
              <a:defRPr sz="1200">
                <a:solidFill>
                  <a:schemeClr val="accent1"/>
                </a:solidFill>
              </a:defRPr>
            </a:lvl1pPr>
            <a:lvl2pPr>
              <a:defRPr sz="1200" b="0">
                <a:solidFill>
                  <a:schemeClr val="accent1"/>
                </a:solidFill>
              </a:defRPr>
            </a:lvl2pPr>
            <a:lvl3pPr>
              <a:defRPr sz="1200">
                <a:solidFill>
                  <a:schemeClr val="accent1"/>
                </a:solidFill>
              </a:defRPr>
            </a:lvl3pPr>
            <a:lvl4pPr>
              <a:defRPr sz="1200">
                <a:solidFill>
                  <a:schemeClr val="accent1"/>
                </a:solidFill>
              </a:defRPr>
            </a:lvl4pPr>
            <a:lvl5pPr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0" name="Text Placeholder 52">
            <a:extLst>
              <a:ext uri="{FF2B5EF4-FFF2-40B4-BE49-F238E27FC236}">
                <a16:creationId xmlns:a16="http://schemas.microsoft.com/office/drawing/2014/main" id="{CD28445D-4901-A042-D747-16F96919C7C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5926" y="4642101"/>
            <a:ext cx="2588562" cy="6410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b="0" i="0" kern="800" spc="0" baseline="0">
                <a:solidFill>
                  <a:schemeClr val="bg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Email Address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9D8655-8837-CFE0-C5D5-504312B6062D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>
          <a:xfrm>
            <a:off x="8818642" y="6309064"/>
            <a:ext cx="2777437" cy="247634"/>
          </a:xfrm>
        </p:spPr>
        <p:txBody>
          <a:bodyPr vert="horz" lIns="0" tIns="0" rIns="0" bIns="0" rtlCol="0" anchor="b"/>
          <a:lstStyle>
            <a:lvl1pPr>
              <a:defRPr lang="en-US" dirty="0"/>
            </a:lvl1pPr>
          </a:lstStyle>
          <a:p>
            <a:pPr algn="r"/>
            <a:r>
              <a:rPr lang="en-US"/>
              <a:t>CONFIDENTIAL: NOT FOR DISTRIBUTION</a:t>
            </a:r>
            <a:endParaRPr lang="en-US" sz="1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28EAE69-1568-229B-7555-42C4292CB15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95925" y="6309064"/>
            <a:ext cx="2777437" cy="24763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700" b="0" smtClean="0">
                <a:solidFill>
                  <a:schemeClr val="bg1"/>
                </a:solidFill>
                <a:latin typeface="+mn-lt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defTabSz="1043056"/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72646674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o 3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4AC348E-61A4-DDD2-8B78-653FC0EA7D04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0" y="0"/>
            <a:ext cx="12192000" cy="6858000"/>
          </a:xfrm>
          <a:noFill/>
        </p:spPr>
        <p:txBody>
          <a:bodyPr lIns="72000" tIns="72000" rIns="72000" bIns="72000">
            <a:noAutofit/>
          </a:bodyPr>
          <a:lstStyle>
            <a:lvl1pPr algn="ctr">
              <a:defRPr sz="1059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background image or delete placeholder if not necessary</a:t>
            </a:r>
          </a:p>
        </p:txBody>
      </p:sp>
      <p:sp>
        <p:nvSpPr>
          <p:cNvPr id="8" name="Text Placeholder 52">
            <a:extLst>
              <a:ext uri="{FF2B5EF4-FFF2-40B4-BE49-F238E27FC236}">
                <a16:creationId xmlns:a16="http://schemas.microsoft.com/office/drawing/2014/main" id="{5233535A-237B-49D4-80AC-9EFC6E654D4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217295" y="2812646"/>
            <a:ext cx="2423161" cy="228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b="0" i="0" kern="800" spc="0" baseline="0">
                <a:solidFill>
                  <a:schemeClr val="accent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60A60FC-2C47-C1E0-60B4-2A7FC1B102BF}"/>
              </a:ext>
            </a:extLst>
          </p:cNvPr>
          <p:cNvCxnSpPr>
            <a:cxnSpLocks/>
          </p:cNvCxnSpPr>
          <p:nvPr userDrawn="1"/>
        </p:nvCxnSpPr>
        <p:spPr>
          <a:xfrm>
            <a:off x="1955801" y="2543752"/>
            <a:ext cx="0" cy="54305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B24B3751-05FC-BB67-FC34-B405B3CA47EC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2217295" y="904876"/>
            <a:ext cx="1170432" cy="1371600"/>
          </a:xfrm>
          <a:solidFill>
            <a:srgbClr val="D9D9D9"/>
          </a:solidFill>
          <a:ln w="12700">
            <a:solidFill>
              <a:schemeClr val="bg1"/>
            </a:solidFill>
          </a:ln>
        </p:spPr>
        <p:txBody>
          <a:bodyPr lIns="0" tIns="72000" rIns="0" bIns="72000">
            <a:noAutofit/>
          </a:bodyPr>
          <a:lstStyle>
            <a:lvl1pPr algn="ctr">
              <a:defRPr sz="9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HEADSHOT</a:t>
            </a:r>
          </a:p>
        </p:txBody>
      </p:sp>
      <p:sp>
        <p:nvSpPr>
          <p:cNvPr id="32" name="Text Placeholder 8">
            <a:extLst>
              <a:ext uri="{FF2B5EF4-FFF2-40B4-BE49-F238E27FC236}">
                <a16:creationId xmlns:a16="http://schemas.microsoft.com/office/drawing/2014/main" id="{A0CA71FC-159D-E95D-9F88-23D0121C3B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17295" y="3200184"/>
            <a:ext cx="2423161" cy="2752941"/>
          </a:xfrm>
        </p:spPr>
        <p:txBody>
          <a:bodyPr/>
          <a:lstStyle>
            <a:lvl1pPr marL="171450" indent="-171450">
              <a:buClrTx/>
              <a:buFont typeface="Wingdings" pitchFamily="2" charset="2"/>
              <a:buChar char="§"/>
              <a:defRPr sz="900" b="0">
                <a:solidFill>
                  <a:schemeClr val="accent1"/>
                </a:solidFill>
              </a:defRPr>
            </a:lvl1pPr>
            <a:lvl2pPr>
              <a:defRPr sz="750" b="0">
                <a:solidFill>
                  <a:schemeClr val="accent1"/>
                </a:solidFill>
              </a:defRPr>
            </a:lvl2pPr>
            <a:lvl3pPr>
              <a:defRPr sz="750" b="0">
                <a:solidFill>
                  <a:schemeClr val="accent1"/>
                </a:solidFill>
              </a:defRPr>
            </a:lvl3pPr>
            <a:lvl4pPr marL="350838" indent="-158750">
              <a:buClrTx/>
              <a:buFont typeface="System Font Regular"/>
              <a:buChar char="–"/>
              <a:tabLst/>
              <a:defRPr sz="900" b="0">
                <a:solidFill>
                  <a:schemeClr val="accent1"/>
                </a:solidFill>
              </a:defRPr>
            </a:lvl4pPr>
            <a:lvl5pPr marL="522288" indent="-171450">
              <a:buClrTx/>
              <a:buFont typeface="Courier New" panose="02070309020205020404" pitchFamily="49" charset="0"/>
              <a:buChar char="o"/>
              <a:tabLst/>
              <a:defRPr sz="9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6" name="Title 35">
            <a:extLst>
              <a:ext uri="{FF2B5EF4-FFF2-40B4-BE49-F238E27FC236}">
                <a16:creationId xmlns:a16="http://schemas.microsoft.com/office/drawing/2014/main" id="{AD6E4EAF-30FF-2211-AF45-103BD25028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224892" y="3066843"/>
            <a:ext cx="5048250" cy="724321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7" name="Text Placeholder 52">
            <a:extLst>
              <a:ext uri="{FF2B5EF4-FFF2-40B4-BE49-F238E27FC236}">
                <a16:creationId xmlns:a16="http://schemas.microsoft.com/office/drawing/2014/main" id="{6C1BE651-950D-652A-9337-6390DE72562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217295" y="2547951"/>
            <a:ext cx="2423161" cy="228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b="1" i="0" kern="800" spc="0" baseline="0">
                <a:solidFill>
                  <a:schemeClr val="accent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8" name="Text Placeholder 52">
            <a:extLst>
              <a:ext uri="{FF2B5EF4-FFF2-40B4-BE49-F238E27FC236}">
                <a16:creationId xmlns:a16="http://schemas.microsoft.com/office/drawing/2014/main" id="{429AC419-52C7-9D72-40F8-2EB621EBF56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381599" y="2812646"/>
            <a:ext cx="2423161" cy="228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b="0" i="0" kern="800" spc="0" baseline="0">
                <a:solidFill>
                  <a:schemeClr val="accent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20A1BF1-2A95-C97B-BE31-0D0F52C84526}"/>
              </a:ext>
            </a:extLst>
          </p:cNvPr>
          <p:cNvCxnSpPr>
            <a:cxnSpLocks/>
          </p:cNvCxnSpPr>
          <p:nvPr userDrawn="1"/>
        </p:nvCxnSpPr>
        <p:spPr>
          <a:xfrm>
            <a:off x="5120106" y="2543752"/>
            <a:ext cx="0" cy="54305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Picture Placeholder 8">
            <a:extLst>
              <a:ext uri="{FF2B5EF4-FFF2-40B4-BE49-F238E27FC236}">
                <a16:creationId xmlns:a16="http://schemas.microsoft.com/office/drawing/2014/main" id="{2BC5932D-4A2C-0D57-4B83-791990D8FD22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5381600" y="904876"/>
            <a:ext cx="1170432" cy="1371600"/>
          </a:xfrm>
          <a:solidFill>
            <a:srgbClr val="D9D9D9"/>
          </a:solidFill>
          <a:ln w="12700">
            <a:solidFill>
              <a:schemeClr val="bg1"/>
            </a:solidFill>
          </a:ln>
        </p:spPr>
        <p:txBody>
          <a:bodyPr lIns="0" tIns="72000" rIns="0" bIns="72000">
            <a:noAutofit/>
          </a:bodyPr>
          <a:lstStyle>
            <a:lvl1pPr algn="ctr">
              <a:defRPr sz="9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HEADSHOT</a:t>
            </a:r>
          </a:p>
        </p:txBody>
      </p:sp>
      <p:sp>
        <p:nvSpPr>
          <p:cNvPr id="42" name="Text Placeholder 52">
            <a:extLst>
              <a:ext uri="{FF2B5EF4-FFF2-40B4-BE49-F238E27FC236}">
                <a16:creationId xmlns:a16="http://schemas.microsoft.com/office/drawing/2014/main" id="{75111C6F-1F7F-3554-032D-1CC8B2E22C5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381599" y="2547951"/>
            <a:ext cx="2423161" cy="228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b="1" i="0" kern="800" spc="0" baseline="0">
                <a:solidFill>
                  <a:schemeClr val="accent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3" name="Text Placeholder 52">
            <a:extLst>
              <a:ext uri="{FF2B5EF4-FFF2-40B4-BE49-F238E27FC236}">
                <a16:creationId xmlns:a16="http://schemas.microsoft.com/office/drawing/2014/main" id="{5FD2EE5F-B0BA-A99C-BE2D-4C9121AE98C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545904" y="2812646"/>
            <a:ext cx="2423161" cy="228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b="0" i="0" kern="800" spc="0" baseline="0">
                <a:solidFill>
                  <a:schemeClr val="accent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EC51969-9074-A5EE-9094-99614AE2C22E}"/>
              </a:ext>
            </a:extLst>
          </p:cNvPr>
          <p:cNvCxnSpPr>
            <a:cxnSpLocks/>
          </p:cNvCxnSpPr>
          <p:nvPr userDrawn="1"/>
        </p:nvCxnSpPr>
        <p:spPr>
          <a:xfrm>
            <a:off x="8284411" y="2543752"/>
            <a:ext cx="0" cy="54305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Picture Placeholder 8">
            <a:extLst>
              <a:ext uri="{FF2B5EF4-FFF2-40B4-BE49-F238E27FC236}">
                <a16:creationId xmlns:a16="http://schemas.microsoft.com/office/drawing/2014/main" id="{9CB220D7-5008-F32B-A069-DEA173804143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8545904" y="904876"/>
            <a:ext cx="1170432" cy="1371600"/>
          </a:xfrm>
          <a:solidFill>
            <a:srgbClr val="D9D9D9"/>
          </a:solidFill>
          <a:ln w="12700">
            <a:solidFill>
              <a:schemeClr val="bg1"/>
            </a:solidFill>
          </a:ln>
        </p:spPr>
        <p:txBody>
          <a:bodyPr lIns="0" tIns="72000" rIns="0" bIns="72000">
            <a:noAutofit/>
          </a:bodyPr>
          <a:lstStyle>
            <a:lvl1pPr algn="ctr">
              <a:defRPr sz="9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HEADSHOT</a:t>
            </a:r>
          </a:p>
        </p:txBody>
      </p:sp>
      <p:sp>
        <p:nvSpPr>
          <p:cNvPr id="47" name="Text Placeholder 52">
            <a:extLst>
              <a:ext uri="{FF2B5EF4-FFF2-40B4-BE49-F238E27FC236}">
                <a16:creationId xmlns:a16="http://schemas.microsoft.com/office/drawing/2014/main" id="{54663C8D-488A-9E39-2CE9-9160B04D780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545904" y="2547951"/>
            <a:ext cx="2423161" cy="228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b="1" i="0" kern="800" spc="0" baseline="0">
                <a:solidFill>
                  <a:schemeClr val="accent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804C160-8EF3-3749-4A5A-AA5339E15037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>
          <a:xfrm>
            <a:off x="8818642" y="6309064"/>
            <a:ext cx="2777437" cy="247634"/>
          </a:xfrm>
        </p:spPr>
        <p:txBody>
          <a:bodyPr vert="horz" lIns="0" tIns="0" rIns="0" bIns="0" rtlCol="0" anchor="b"/>
          <a:lstStyle>
            <a:lvl1pPr>
              <a:defRPr lang="en-US" dirty="0"/>
            </a:lvl1pPr>
          </a:lstStyle>
          <a:p>
            <a:pPr algn="r"/>
            <a:r>
              <a:rPr lang="en-US"/>
              <a:t>CONFIDENTIAL: NOT FOR DISTRIBUTION</a:t>
            </a:r>
            <a:endParaRPr lang="en-US" sz="1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5279EAE-7336-1C4A-0F8C-D6C990628713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5381697" y="3200184"/>
            <a:ext cx="2423161" cy="2752941"/>
          </a:xfrm>
        </p:spPr>
        <p:txBody>
          <a:bodyPr/>
          <a:lstStyle>
            <a:lvl1pPr marL="171450" indent="-171450">
              <a:buClrTx/>
              <a:buFont typeface="Wingdings" pitchFamily="2" charset="2"/>
              <a:buChar char="§"/>
              <a:defRPr sz="900" b="0">
                <a:solidFill>
                  <a:schemeClr val="accent1"/>
                </a:solidFill>
              </a:defRPr>
            </a:lvl1pPr>
            <a:lvl2pPr>
              <a:defRPr sz="750" b="0">
                <a:solidFill>
                  <a:schemeClr val="accent1"/>
                </a:solidFill>
              </a:defRPr>
            </a:lvl2pPr>
            <a:lvl3pPr>
              <a:defRPr sz="750" b="0">
                <a:solidFill>
                  <a:schemeClr val="accent1"/>
                </a:solidFill>
              </a:defRPr>
            </a:lvl3pPr>
            <a:lvl4pPr marL="350838" indent="-158750">
              <a:buClrTx/>
              <a:buFont typeface="System Font Regular"/>
              <a:buChar char="–"/>
              <a:tabLst/>
              <a:defRPr sz="900" b="0">
                <a:solidFill>
                  <a:schemeClr val="accent1"/>
                </a:solidFill>
              </a:defRPr>
            </a:lvl4pPr>
            <a:lvl5pPr marL="522288" indent="-171450">
              <a:buClrTx/>
              <a:buFont typeface="Courier New" panose="02070309020205020404" pitchFamily="49" charset="0"/>
              <a:buChar char="o"/>
              <a:tabLst/>
              <a:defRPr sz="9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42CD500-7344-EAA3-BB09-3739BE7C97EB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546101" y="3200184"/>
            <a:ext cx="2423161" cy="2752941"/>
          </a:xfrm>
        </p:spPr>
        <p:txBody>
          <a:bodyPr/>
          <a:lstStyle>
            <a:lvl1pPr marL="171450" indent="-171450">
              <a:buClrTx/>
              <a:buFont typeface="Wingdings" pitchFamily="2" charset="2"/>
              <a:buChar char="§"/>
              <a:defRPr sz="900" b="0">
                <a:solidFill>
                  <a:schemeClr val="accent1"/>
                </a:solidFill>
              </a:defRPr>
            </a:lvl1pPr>
            <a:lvl2pPr>
              <a:defRPr sz="750" b="0">
                <a:solidFill>
                  <a:schemeClr val="accent1"/>
                </a:solidFill>
              </a:defRPr>
            </a:lvl2pPr>
            <a:lvl3pPr>
              <a:defRPr sz="750" b="0">
                <a:solidFill>
                  <a:schemeClr val="accent1"/>
                </a:solidFill>
              </a:defRPr>
            </a:lvl3pPr>
            <a:lvl4pPr marL="350838" indent="-158750">
              <a:buClrTx/>
              <a:buFont typeface="System Font Regular"/>
              <a:buChar char="–"/>
              <a:tabLst/>
              <a:defRPr sz="900" b="0">
                <a:solidFill>
                  <a:schemeClr val="accent1"/>
                </a:solidFill>
              </a:defRPr>
            </a:lvl4pPr>
            <a:lvl5pPr marL="522288" indent="-171450">
              <a:buClrTx/>
              <a:buFont typeface="Courier New" panose="02070309020205020404" pitchFamily="49" charset="0"/>
              <a:buChar char="o"/>
              <a:tabLst/>
              <a:defRPr sz="9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E06093B-518F-9748-D4A8-829DA85FE6A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5925" y="6309064"/>
            <a:ext cx="2777437" cy="24763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700" b="0" smtClean="0">
                <a:latin typeface="+mn-lt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defTabSz="1043056"/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09299589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o 8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4AC348E-61A4-DDD2-8B78-653FC0EA7D04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0" y="0"/>
            <a:ext cx="12192000" cy="6858000"/>
          </a:xfrm>
          <a:noFill/>
        </p:spPr>
        <p:txBody>
          <a:bodyPr lIns="72000" tIns="72000" rIns="72000" bIns="72000">
            <a:noAutofit/>
          </a:bodyPr>
          <a:lstStyle>
            <a:lvl1pPr algn="ctr">
              <a:defRPr sz="1147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background image or delete placeholder if not necessary</a:t>
            </a:r>
          </a:p>
        </p:txBody>
      </p:sp>
      <p:sp>
        <p:nvSpPr>
          <p:cNvPr id="8" name="Text Placeholder 52">
            <a:extLst>
              <a:ext uri="{FF2B5EF4-FFF2-40B4-BE49-F238E27FC236}">
                <a16:creationId xmlns:a16="http://schemas.microsoft.com/office/drawing/2014/main" id="{5233535A-237B-49D4-80AC-9EFC6E654D4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103612" y="1439071"/>
            <a:ext cx="1012874" cy="5486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 kern="800" spc="0" baseline="0">
                <a:solidFill>
                  <a:schemeClr val="accent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B24B3751-05FC-BB67-FC34-B405B3CA47EC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978265" y="845811"/>
            <a:ext cx="1012874" cy="1143000"/>
          </a:xfrm>
          <a:solidFill>
            <a:srgbClr val="D9D9D9"/>
          </a:solidFill>
          <a:ln w="12700">
            <a:solidFill>
              <a:schemeClr val="bg1"/>
            </a:solidFill>
          </a:ln>
        </p:spPr>
        <p:txBody>
          <a:bodyPr lIns="0" tIns="72000" rIns="0" bIns="72000">
            <a:noAutofit/>
          </a:bodyPr>
          <a:lstStyle>
            <a:lvl1pPr algn="ctr">
              <a:defRPr sz="975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HEADSHOT</a:t>
            </a:r>
          </a:p>
        </p:txBody>
      </p:sp>
      <p:sp>
        <p:nvSpPr>
          <p:cNvPr id="32" name="Text Placeholder 8">
            <a:extLst>
              <a:ext uri="{FF2B5EF4-FFF2-40B4-BE49-F238E27FC236}">
                <a16:creationId xmlns:a16="http://schemas.microsoft.com/office/drawing/2014/main" id="{A0CA71FC-159D-E95D-9F88-23D0121C3B7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78265" y="2064373"/>
            <a:ext cx="2138289" cy="1097280"/>
          </a:xfrm>
        </p:spPr>
        <p:txBody>
          <a:bodyPr/>
          <a:lstStyle>
            <a:lvl1pPr>
              <a:buClrTx/>
              <a:defRPr sz="813" b="0">
                <a:solidFill>
                  <a:schemeClr val="accent1"/>
                </a:solidFill>
              </a:defRPr>
            </a:lvl1pPr>
            <a:lvl2pPr>
              <a:defRPr sz="813" b="0">
                <a:solidFill>
                  <a:schemeClr val="accent1"/>
                </a:solidFill>
              </a:defRPr>
            </a:lvl2pPr>
            <a:lvl3pPr>
              <a:defRPr sz="813" b="0">
                <a:solidFill>
                  <a:schemeClr val="accent1"/>
                </a:solidFill>
              </a:defRPr>
            </a:lvl3pPr>
            <a:lvl4pPr>
              <a:buClrTx/>
              <a:defRPr sz="900" b="0">
                <a:solidFill>
                  <a:schemeClr val="accent1"/>
                </a:solidFill>
              </a:defRPr>
            </a:lvl4pPr>
            <a:lvl5pPr>
              <a:buClrTx/>
              <a:defRPr sz="813" b="0">
                <a:solidFill>
                  <a:schemeClr val="accent1"/>
                </a:solidFill>
              </a:defRPr>
            </a:lvl5pPr>
          </a:lstStyle>
          <a:p>
            <a:pPr lvl="3"/>
            <a:r>
              <a:rPr lang="en-US"/>
              <a:t>Bio highlights</a:t>
            </a:r>
          </a:p>
        </p:txBody>
      </p:sp>
      <p:sp>
        <p:nvSpPr>
          <p:cNvPr id="36" name="Title 35">
            <a:extLst>
              <a:ext uri="{FF2B5EF4-FFF2-40B4-BE49-F238E27FC236}">
                <a16:creationId xmlns:a16="http://schemas.microsoft.com/office/drawing/2014/main" id="{AD6E4EAF-30FF-2211-AF45-103BD25028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315018" y="3097804"/>
            <a:ext cx="5228509" cy="724321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7" name="Text Placeholder 52">
            <a:extLst>
              <a:ext uri="{FF2B5EF4-FFF2-40B4-BE49-F238E27FC236}">
                <a16:creationId xmlns:a16="http://schemas.microsoft.com/office/drawing/2014/main" id="{6C1BE651-950D-652A-9337-6390DE72562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103612" y="865785"/>
            <a:ext cx="1012874" cy="5486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000" b="1" i="0" kern="800" spc="0" baseline="0">
                <a:solidFill>
                  <a:schemeClr val="accent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8" name="Text Placeholder 52">
            <a:extLst>
              <a:ext uri="{FF2B5EF4-FFF2-40B4-BE49-F238E27FC236}">
                <a16:creationId xmlns:a16="http://schemas.microsoft.com/office/drawing/2014/main" id="{429AC419-52C7-9D72-40F8-2EB621EBF56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556108" y="1439071"/>
            <a:ext cx="1012874" cy="5486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 kern="800" spc="0" baseline="0">
                <a:solidFill>
                  <a:schemeClr val="accent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0" name="Picture Placeholder 8">
            <a:extLst>
              <a:ext uri="{FF2B5EF4-FFF2-40B4-BE49-F238E27FC236}">
                <a16:creationId xmlns:a16="http://schemas.microsoft.com/office/drawing/2014/main" id="{2BC5932D-4A2C-0D57-4B83-791990D8FD22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4430762" y="845811"/>
            <a:ext cx="1012874" cy="1143000"/>
          </a:xfrm>
          <a:solidFill>
            <a:srgbClr val="D9D9D9"/>
          </a:solidFill>
          <a:ln w="12700">
            <a:solidFill>
              <a:schemeClr val="bg1"/>
            </a:solidFill>
          </a:ln>
        </p:spPr>
        <p:txBody>
          <a:bodyPr lIns="0" tIns="72000" rIns="0" bIns="72000">
            <a:noAutofit/>
          </a:bodyPr>
          <a:lstStyle>
            <a:lvl1pPr algn="ctr">
              <a:defRPr sz="975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HEADSHOT</a:t>
            </a:r>
          </a:p>
        </p:txBody>
      </p:sp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18841DF7-6F29-BE13-58D5-0EEB460D4BC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430761" y="2064373"/>
            <a:ext cx="2138289" cy="1097280"/>
          </a:xfrm>
        </p:spPr>
        <p:txBody>
          <a:bodyPr/>
          <a:lstStyle>
            <a:lvl1pPr>
              <a:buClrTx/>
              <a:defRPr sz="813" b="0">
                <a:solidFill>
                  <a:schemeClr val="accent1"/>
                </a:solidFill>
              </a:defRPr>
            </a:lvl1pPr>
            <a:lvl2pPr>
              <a:defRPr sz="813" b="0">
                <a:solidFill>
                  <a:schemeClr val="accent1"/>
                </a:solidFill>
              </a:defRPr>
            </a:lvl2pPr>
            <a:lvl3pPr>
              <a:defRPr sz="813" b="0">
                <a:solidFill>
                  <a:schemeClr val="accent1"/>
                </a:solidFill>
              </a:defRPr>
            </a:lvl3pPr>
            <a:lvl4pPr>
              <a:buClrTx/>
              <a:defRPr sz="900" b="0">
                <a:solidFill>
                  <a:schemeClr val="accent1"/>
                </a:solidFill>
              </a:defRPr>
            </a:lvl4pPr>
            <a:lvl5pPr>
              <a:buClrTx/>
              <a:defRPr sz="813" b="0">
                <a:solidFill>
                  <a:schemeClr val="accent1"/>
                </a:solidFill>
              </a:defRPr>
            </a:lvl5pPr>
          </a:lstStyle>
          <a:p>
            <a:pPr lvl="3"/>
            <a:r>
              <a:rPr lang="en-US"/>
              <a:t>Bio highlights</a:t>
            </a:r>
          </a:p>
        </p:txBody>
      </p:sp>
      <p:sp>
        <p:nvSpPr>
          <p:cNvPr id="42" name="Text Placeholder 52">
            <a:extLst>
              <a:ext uri="{FF2B5EF4-FFF2-40B4-BE49-F238E27FC236}">
                <a16:creationId xmlns:a16="http://schemas.microsoft.com/office/drawing/2014/main" id="{75111C6F-1F7F-3554-032D-1CC8B2E22C5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556108" y="865785"/>
            <a:ext cx="1012874" cy="5486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000" b="1" i="0" kern="800" spc="0" baseline="0">
                <a:solidFill>
                  <a:schemeClr val="accent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3" name="Text Placeholder 52">
            <a:extLst>
              <a:ext uri="{FF2B5EF4-FFF2-40B4-BE49-F238E27FC236}">
                <a16:creationId xmlns:a16="http://schemas.microsoft.com/office/drawing/2014/main" id="{5FD2EE5F-B0BA-A99C-BE2D-4C9121AE98C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008604" y="1439071"/>
            <a:ext cx="1012874" cy="5486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 kern="800" spc="0" baseline="0">
                <a:solidFill>
                  <a:schemeClr val="accent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5" name="Picture Placeholder 8">
            <a:extLst>
              <a:ext uri="{FF2B5EF4-FFF2-40B4-BE49-F238E27FC236}">
                <a16:creationId xmlns:a16="http://schemas.microsoft.com/office/drawing/2014/main" id="{9CB220D7-5008-F32B-A069-DEA173804143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6883258" y="845811"/>
            <a:ext cx="1012874" cy="1143000"/>
          </a:xfrm>
          <a:solidFill>
            <a:srgbClr val="D9D9D9"/>
          </a:solidFill>
          <a:ln w="12700">
            <a:solidFill>
              <a:schemeClr val="bg1"/>
            </a:solidFill>
          </a:ln>
        </p:spPr>
        <p:txBody>
          <a:bodyPr lIns="0" tIns="72000" rIns="0" bIns="72000">
            <a:noAutofit/>
          </a:bodyPr>
          <a:lstStyle>
            <a:lvl1pPr algn="ctr">
              <a:defRPr sz="975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HEADSHOT</a:t>
            </a:r>
          </a:p>
        </p:txBody>
      </p:sp>
      <p:sp>
        <p:nvSpPr>
          <p:cNvPr id="46" name="Text Placeholder 8">
            <a:extLst>
              <a:ext uri="{FF2B5EF4-FFF2-40B4-BE49-F238E27FC236}">
                <a16:creationId xmlns:a16="http://schemas.microsoft.com/office/drawing/2014/main" id="{8E6A4D59-9A19-BC26-E6F3-0FF8DC73717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883257" y="2064373"/>
            <a:ext cx="2138289" cy="1097280"/>
          </a:xfrm>
        </p:spPr>
        <p:txBody>
          <a:bodyPr/>
          <a:lstStyle>
            <a:lvl1pPr>
              <a:buClrTx/>
              <a:defRPr sz="813" b="0">
                <a:solidFill>
                  <a:schemeClr val="accent1"/>
                </a:solidFill>
              </a:defRPr>
            </a:lvl1pPr>
            <a:lvl2pPr>
              <a:defRPr sz="813" b="0">
                <a:solidFill>
                  <a:schemeClr val="accent1"/>
                </a:solidFill>
              </a:defRPr>
            </a:lvl2pPr>
            <a:lvl3pPr>
              <a:defRPr sz="813" b="0">
                <a:solidFill>
                  <a:schemeClr val="accent1"/>
                </a:solidFill>
              </a:defRPr>
            </a:lvl3pPr>
            <a:lvl4pPr>
              <a:buClrTx/>
              <a:defRPr sz="900" b="0">
                <a:solidFill>
                  <a:schemeClr val="accent1"/>
                </a:solidFill>
              </a:defRPr>
            </a:lvl4pPr>
            <a:lvl5pPr>
              <a:buClrTx/>
              <a:defRPr sz="813" b="0">
                <a:solidFill>
                  <a:schemeClr val="accent1"/>
                </a:solidFill>
              </a:defRPr>
            </a:lvl5pPr>
          </a:lstStyle>
          <a:p>
            <a:pPr lvl="3"/>
            <a:r>
              <a:rPr lang="en-US"/>
              <a:t>Bio highlights</a:t>
            </a:r>
          </a:p>
        </p:txBody>
      </p:sp>
      <p:sp>
        <p:nvSpPr>
          <p:cNvPr id="47" name="Text Placeholder 52">
            <a:extLst>
              <a:ext uri="{FF2B5EF4-FFF2-40B4-BE49-F238E27FC236}">
                <a16:creationId xmlns:a16="http://schemas.microsoft.com/office/drawing/2014/main" id="{54663C8D-488A-9E39-2CE9-9160B04D780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008604" y="865785"/>
            <a:ext cx="1012874" cy="5486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000" b="1" i="0" kern="800" spc="0" baseline="0">
                <a:solidFill>
                  <a:schemeClr val="accent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" name="Text Placeholder 52">
            <a:extLst>
              <a:ext uri="{FF2B5EF4-FFF2-40B4-BE49-F238E27FC236}">
                <a16:creationId xmlns:a16="http://schemas.microsoft.com/office/drawing/2014/main" id="{22E54B8E-196F-2F63-6A2F-4B28D68CB12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0448474" y="1439071"/>
            <a:ext cx="1012874" cy="5486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 kern="800" spc="0" baseline="0">
                <a:solidFill>
                  <a:schemeClr val="accent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A59678DD-5360-F9A3-EE34-829D260FD2B3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9323127" y="845811"/>
            <a:ext cx="1012874" cy="1143000"/>
          </a:xfrm>
          <a:solidFill>
            <a:srgbClr val="D9D9D9"/>
          </a:solidFill>
          <a:ln w="12700">
            <a:solidFill>
              <a:schemeClr val="bg1"/>
            </a:solidFill>
          </a:ln>
        </p:spPr>
        <p:txBody>
          <a:bodyPr lIns="0" tIns="72000" rIns="0" bIns="72000">
            <a:noAutofit/>
          </a:bodyPr>
          <a:lstStyle>
            <a:lvl1pPr algn="ctr">
              <a:defRPr sz="975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HEADSHOT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F8C768C2-0709-E4AD-998B-8AECE344B25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23126" y="2064373"/>
            <a:ext cx="2138289" cy="1097280"/>
          </a:xfrm>
        </p:spPr>
        <p:txBody>
          <a:bodyPr/>
          <a:lstStyle>
            <a:lvl1pPr>
              <a:buClrTx/>
              <a:defRPr sz="813" b="0">
                <a:solidFill>
                  <a:schemeClr val="accent1"/>
                </a:solidFill>
              </a:defRPr>
            </a:lvl1pPr>
            <a:lvl2pPr>
              <a:defRPr sz="813" b="0">
                <a:solidFill>
                  <a:schemeClr val="accent1"/>
                </a:solidFill>
              </a:defRPr>
            </a:lvl2pPr>
            <a:lvl3pPr>
              <a:defRPr sz="813" b="0">
                <a:solidFill>
                  <a:schemeClr val="accent1"/>
                </a:solidFill>
              </a:defRPr>
            </a:lvl3pPr>
            <a:lvl4pPr>
              <a:buClrTx/>
              <a:defRPr sz="900" b="0">
                <a:solidFill>
                  <a:schemeClr val="accent1"/>
                </a:solidFill>
              </a:defRPr>
            </a:lvl4pPr>
            <a:lvl5pPr>
              <a:buClrTx/>
              <a:defRPr sz="813" b="0">
                <a:solidFill>
                  <a:schemeClr val="accent1"/>
                </a:solidFill>
              </a:defRPr>
            </a:lvl5pPr>
          </a:lstStyle>
          <a:p>
            <a:pPr lvl="3"/>
            <a:r>
              <a:rPr lang="en-US"/>
              <a:t>Bio highlights</a:t>
            </a:r>
          </a:p>
        </p:txBody>
      </p:sp>
      <p:sp>
        <p:nvSpPr>
          <p:cNvPr id="5" name="Text Placeholder 52">
            <a:extLst>
              <a:ext uri="{FF2B5EF4-FFF2-40B4-BE49-F238E27FC236}">
                <a16:creationId xmlns:a16="http://schemas.microsoft.com/office/drawing/2014/main" id="{7CFF8F30-48AA-4990-A2AE-CDCF52C873E9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0448474" y="865785"/>
            <a:ext cx="1012874" cy="5486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000" b="1" i="0" kern="800" spc="0" baseline="0">
                <a:solidFill>
                  <a:schemeClr val="accent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FFE60750-3792-5F4C-CF22-1009927244AC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1978265" y="3757453"/>
            <a:ext cx="1012874" cy="1143000"/>
          </a:xfrm>
          <a:solidFill>
            <a:srgbClr val="D9D9D9"/>
          </a:solidFill>
          <a:ln w="12700">
            <a:solidFill>
              <a:schemeClr val="bg1"/>
            </a:solidFill>
          </a:ln>
        </p:spPr>
        <p:txBody>
          <a:bodyPr lIns="0" tIns="72000" rIns="0" bIns="72000">
            <a:noAutofit/>
          </a:bodyPr>
          <a:lstStyle>
            <a:lvl1pPr algn="ctr">
              <a:defRPr sz="975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HEADSHOT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DC751B-F37B-9D22-49B6-8B80BEC844C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978265" y="4974543"/>
            <a:ext cx="2138289" cy="1097280"/>
          </a:xfrm>
        </p:spPr>
        <p:txBody>
          <a:bodyPr/>
          <a:lstStyle>
            <a:lvl1pPr>
              <a:buClrTx/>
              <a:defRPr sz="813" b="0">
                <a:solidFill>
                  <a:schemeClr val="accent1"/>
                </a:solidFill>
              </a:defRPr>
            </a:lvl1pPr>
            <a:lvl2pPr>
              <a:defRPr sz="813" b="0">
                <a:solidFill>
                  <a:schemeClr val="accent1"/>
                </a:solidFill>
              </a:defRPr>
            </a:lvl2pPr>
            <a:lvl3pPr>
              <a:defRPr sz="813" b="0">
                <a:solidFill>
                  <a:schemeClr val="accent1"/>
                </a:solidFill>
              </a:defRPr>
            </a:lvl3pPr>
            <a:lvl4pPr>
              <a:buClrTx/>
              <a:defRPr sz="900" b="0">
                <a:solidFill>
                  <a:schemeClr val="accent1"/>
                </a:solidFill>
              </a:defRPr>
            </a:lvl4pPr>
            <a:lvl5pPr>
              <a:buClrTx/>
              <a:defRPr sz="813" b="0">
                <a:solidFill>
                  <a:schemeClr val="accent1"/>
                </a:solidFill>
              </a:defRPr>
            </a:lvl5pPr>
          </a:lstStyle>
          <a:p>
            <a:pPr lvl="3"/>
            <a:r>
              <a:rPr lang="en-US"/>
              <a:t>Bio highlights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5A1A04A0-9D7F-E9E7-FCF3-C14762D848F0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4430761" y="4974543"/>
            <a:ext cx="2138289" cy="1097280"/>
          </a:xfrm>
        </p:spPr>
        <p:txBody>
          <a:bodyPr/>
          <a:lstStyle>
            <a:lvl1pPr>
              <a:buClrTx/>
              <a:defRPr sz="813" b="0">
                <a:solidFill>
                  <a:schemeClr val="accent1"/>
                </a:solidFill>
              </a:defRPr>
            </a:lvl1pPr>
            <a:lvl2pPr>
              <a:defRPr sz="813" b="0">
                <a:solidFill>
                  <a:schemeClr val="accent1"/>
                </a:solidFill>
              </a:defRPr>
            </a:lvl2pPr>
            <a:lvl3pPr>
              <a:defRPr sz="813" b="0">
                <a:solidFill>
                  <a:schemeClr val="accent1"/>
                </a:solidFill>
              </a:defRPr>
            </a:lvl3pPr>
            <a:lvl4pPr>
              <a:buClrTx/>
              <a:defRPr sz="900" b="0">
                <a:solidFill>
                  <a:schemeClr val="accent1"/>
                </a:solidFill>
              </a:defRPr>
            </a:lvl4pPr>
            <a:lvl5pPr>
              <a:buClrTx/>
              <a:defRPr sz="813" b="0">
                <a:solidFill>
                  <a:schemeClr val="accent1"/>
                </a:solidFill>
              </a:defRPr>
            </a:lvl5pPr>
          </a:lstStyle>
          <a:p>
            <a:pPr lvl="3"/>
            <a:r>
              <a:rPr lang="en-US"/>
              <a:t>Bio highlights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691EC290-0C6A-2676-795C-E368F03622D0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883257" y="4974543"/>
            <a:ext cx="2138289" cy="1097280"/>
          </a:xfrm>
        </p:spPr>
        <p:txBody>
          <a:bodyPr/>
          <a:lstStyle>
            <a:lvl1pPr>
              <a:buClrTx/>
              <a:defRPr sz="813" b="0">
                <a:solidFill>
                  <a:schemeClr val="accent1"/>
                </a:solidFill>
              </a:defRPr>
            </a:lvl1pPr>
            <a:lvl2pPr>
              <a:defRPr sz="813" b="0">
                <a:solidFill>
                  <a:schemeClr val="accent1"/>
                </a:solidFill>
              </a:defRPr>
            </a:lvl2pPr>
            <a:lvl3pPr>
              <a:defRPr sz="813" b="0">
                <a:solidFill>
                  <a:schemeClr val="accent1"/>
                </a:solidFill>
              </a:defRPr>
            </a:lvl3pPr>
            <a:lvl4pPr>
              <a:buClrTx/>
              <a:defRPr sz="900" b="0">
                <a:solidFill>
                  <a:schemeClr val="accent1"/>
                </a:solidFill>
              </a:defRPr>
            </a:lvl4pPr>
            <a:lvl5pPr>
              <a:buClrTx/>
              <a:defRPr sz="813" b="0">
                <a:solidFill>
                  <a:schemeClr val="accent1"/>
                </a:solidFill>
              </a:defRPr>
            </a:lvl5pPr>
          </a:lstStyle>
          <a:p>
            <a:pPr lvl="3"/>
            <a:r>
              <a:rPr lang="en-US"/>
              <a:t>Bio highlights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9762714C-9430-D2B6-6111-592CBA2B3C0C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9323126" y="4974543"/>
            <a:ext cx="2138289" cy="1097280"/>
          </a:xfrm>
        </p:spPr>
        <p:txBody>
          <a:bodyPr vert="horz" wrap="square" lIns="0" tIns="0" rIns="0" bIns="0" rtlCol="0">
            <a:noAutofit/>
          </a:bodyPr>
          <a:lstStyle>
            <a:lvl1pPr>
              <a:buClrTx/>
              <a:defRPr sz="813" b="0">
                <a:solidFill>
                  <a:schemeClr val="accent1"/>
                </a:solidFill>
              </a:defRPr>
            </a:lvl1pPr>
            <a:lvl2pPr>
              <a:defRPr sz="813" b="0">
                <a:solidFill>
                  <a:schemeClr val="accent1"/>
                </a:solidFill>
              </a:defRPr>
            </a:lvl2pPr>
            <a:lvl3pPr>
              <a:defRPr sz="813" b="0">
                <a:solidFill>
                  <a:schemeClr val="accent1"/>
                </a:solidFill>
              </a:defRPr>
            </a:lvl3pPr>
            <a:lvl4pPr>
              <a:buClrTx/>
              <a:defRPr lang="en-US" sz="900" b="0" dirty="0">
                <a:solidFill>
                  <a:schemeClr val="accent1"/>
                </a:solidFill>
              </a:defRPr>
            </a:lvl4pPr>
            <a:lvl5pPr>
              <a:buClrTx/>
              <a:defRPr sz="813" b="0">
                <a:solidFill>
                  <a:schemeClr val="accent1"/>
                </a:solidFill>
              </a:defRPr>
            </a:lvl5pPr>
          </a:lstStyle>
          <a:p>
            <a:pPr lvl="3"/>
            <a:r>
              <a:rPr lang="en-US"/>
              <a:t>Bio highlights</a:t>
            </a:r>
          </a:p>
        </p:txBody>
      </p:sp>
      <p:sp>
        <p:nvSpPr>
          <p:cNvPr id="28" name="Text Placeholder 52">
            <a:extLst>
              <a:ext uri="{FF2B5EF4-FFF2-40B4-BE49-F238E27FC236}">
                <a16:creationId xmlns:a16="http://schemas.microsoft.com/office/drawing/2014/main" id="{34FC3B0C-D03A-1BD6-9ECE-6CFA0EE9AC31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3103612" y="4351083"/>
            <a:ext cx="1012874" cy="5486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 kern="800" spc="0" baseline="0">
                <a:solidFill>
                  <a:schemeClr val="accent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9" name="Text Placeholder 52">
            <a:extLst>
              <a:ext uri="{FF2B5EF4-FFF2-40B4-BE49-F238E27FC236}">
                <a16:creationId xmlns:a16="http://schemas.microsoft.com/office/drawing/2014/main" id="{6DBC411E-422F-0810-6993-C91D3911A046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103612" y="3777797"/>
            <a:ext cx="1012874" cy="5486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000" b="1" i="0" kern="800" spc="0" baseline="0">
                <a:solidFill>
                  <a:schemeClr val="accent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3" name="Text Placeholder 52">
            <a:extLst>
              <a:ext uri="{FF2B5EF4-FFF2-40B4-BE49-F238E27FC236}">
                <a16:creationId xmlns:a16="http://schemas.microsoft.com/office/drawing/2014/main" id="{6D82E13D-A135-ED7F-F9EA-5572DFB7C175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5556108" y="4351083"/>
            <a:ext cx="1012874" cy="5486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 kern="800" spc="0" baseline="0">
                <a:solidFill>
                  <a:schemeClr val="accent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4" name="Picture Placeholder 8">
            <a:extLst>
              <a:ext uri="{FF2B5EF4-FFF2-40B4-BE49-F238E27FC236}">
                <a16:creationId xmlns:a16="http://schemas.microsoft.com/office/drawing/2014/main" id="{DA8C03ED-EF5A-259D-519F-9A2A497B1463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4430762" y="3757823"/>
            <a:ext cx="1012874" cy="1143000"/>
          </a:xfrm>
          <a:solidFill>
            <a:srgbClr val="D9D9D9"/>
          </a:solidFill>
          <a:ln w="12700">
            <a:solidFill>
              <a:schemeClr val="bg1"/>
            </a:solidFill>
          </a:ln>
        </p:spPr>
        <p:txBody>
          <a:bodyPr lIns="0" tIns="72000" rIns="0" bIns="72000">
            <a:noAutofit/>
          </a:bodyPr>
          <a:lstStyle>
            <a:lvl1pPr algn="ctr">
              <a:defRPr sz="975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HEADSHOT</a:t>
            </a:r>
          </a:p>
        </p:txBody>
      </p:sp>
      <p:sp>
        <p:nvSpPr>
          <p:cNvPr id="35" name="Text Placeholder 52">
            <a:extLst>
              <a:ext uri="{FF2B5EF4-FFF2-40B4-BE49-F238E27FC236}">
                <a16:creationId xmlns:a16="http://schemas.microsoft.com/office/drawing/2014/main" id="{EA610F76-1B55-A075-6982-2A8F54BAF606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5556108" y="3777797"/>
            <a:ext cx="1012874" cy="5486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000" b="1" i="0" kern="800" spc="0" baseline="0">
                <a:solidFill>
                  <a:schemeClr val="accent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8" name="Text Placeholder 52">
            <a:extLst>
              <a:ext uri="{FF2B5EF4-FFF2-40B4-BE49-F238E27FC236}">
                <a16:creationId xmlns:a16="http://schemas.microsoft.com/office/drawing/2014/main" id="{79FB7260-CC42-CA55-EE73-5874ACA3D252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8008604" y="4351083"/>
            <a:ext cx="1012874" cy="5486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 kern="800" spc="0" baseline="0">
                <a:solidFill>
                  <a:schemeClr val="accent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9" name="Picture Placeholder 8">
            <a:extLst>
              <a:ext uri="{FF2B5EF4-FFF2-40B4-BE49-F238E27FC236}">
                <a16:creationId xmlns:a16="http://schemas.microsoft.com/office/drawing/2014/main" id="{08A47796-039C-36B2-EC25-C8BAFCA684FA}"/>
              </a:ext>
            </a:extLst>
          </p:cNvPr>
          <p:cNvSpPr>
            <a:spLocks noGrp="1"/>
          </p:cNvSpPr>
          <p:nvPr>
            <p:ph type="pic" sz="quarter" idx="78" hasCustomPrompt="1"/>
          </p:nvPr>
        </p:nvSpPr>
        <p:spPr>
          <a:xfrm>
            <a:off x="6883258" y="3757823"/>
            <a:ext cx="1012874" cy="1143000"/>
          </a:xfrm>
          <a:solidFill>
            <a:srgbClr val="D9D9D9"/>
          </a:solidFill>
          <a:ln w="12700">
            <a:solidFill>
              <a:schemeClr val="bg1"/>
            </a:solidFill>
          </a:ln>
        </p:spPr>
        <p:txBody>
          <a:bodyPr lIns="0" tIns="72000" rIns="0" bIns="72000">
            <a:noAutofit/>
          </a:bodyPr>
          <a:lstStyle>
            <a:lvl1pPr algn="ctr">
              <a:defRPr sz="975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HEADSHOT</a:t>
            </a:r>
          </a:p>
        </p:txBody>
      </p:sp>
      <p:sp>
        <p:nvSpPr>
          <p:cNvPr id="50" name="Text Placeholder 52">
            <a:extLst>
              <a:ext uri="{FF2B5EF4-FFF2-40B4-BE49-F238E27FC236}">
                <a16:creationId xmlns:a16="http://schemas.microsoft.com/office/drawing/2014/main" id="{35A135EC-3632-F826-561C-6BCB64EF28BE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8008604" y="3777797"/>
            <a:ext cx="1012874" cy="5486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000" b="1" i="0" kern="800" spc="0" baseline="0">
                <a:solidFill>
                  <a:schemeClr val="accent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1" name="Text Placeholder 52">
            <a:extLst>
              <a:ext uri="{FF2B5EF4-FFF2-40B4-BE49-F238E27FC236}">
                <a16:creationId xmlns:a16="http://schemas.microsoft.com/office/drawing/2014/main" id="{489718B1-0F6E-1D54-AAFF-859A768F61ED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0448474" y="4351083"/>
            <a:ext cx="1012874" cy="5486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 kern="800" spc="0" baseline="0">
                <a:solidFill>
                  <a:schemeClr val="accent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2" name="Picture Placeholder 8">
            <a:extLst>
              <a:ext uri="{FF2B5EF4-FFF2-40B4-BE49-F238E27FC236}">
                <a16:creationId xmlns:a16="http://schemas.microsoft.com/office/drawing/2014/main" id="{C4035F5E-A9D2-CEF0-3650-4B1D64D18BF6}"/>
              </a:ext>
            </a:extLst>
          </p:cNvPr>
          <p:cNvSpPr>
            <a:spLocks noGrp="1"/>
          </p:cNvSpPr>
          <p:nvPr>
            <p:ph type="pic" sz="quarter" idx="81" hasCustomPrompt="1"/>
          </p:nvPr>
        </p:nvSpPr>
        <p:spPr>
          <a:xfrm>
            <a:off x="9323127" y="3757823"/>
            <a:ext cx="1012874" cy="1143000"/>
          </a:xfrm>
          <a:solidFill>
            <a:srgbClr val="D9D9D9"/>
          </a:solidFill>
          <a:ln w="12700">
            <a:solidFill>
              <a:schemeClr val="bg1"/>
            </a:solidFill>
          </a:ln>
        </p:spPr>
        <p:txBody>
          <a:bodyPr lIns="0" tIns="72000" rIns="0" bIns="72000">
            <a:noAutofit/>
          </a:bodyPr>
          <a:lstStyle>
            <a:lvl1pPr algn="ctr">
              <a:defRPr sz="975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HEADSHOT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CA64625F-192A-C489-2232-B0E1E5CEBEFA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10448474" y="3777797"/>
            <a:ext cx="1012874" cy="5486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000" b="1" i="0" kern="800" spc="0" baseline="0">
                <a:solidFill>
                  <a:schemeClr val="accent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2928950-2163-C189-E2AC-E5E03FEF57E0}"/>
              </a:ext>
            </a:extLst>
          </p:cNvPr>
          <p:cNvCxnSpPr>
            <a:cxnSpLocks/>
          </p:cNvCxnSpPr>
          <p:nvPr userDrawn="1"/>
        </p:nvCxnSpPr>
        <p:spPr>
          <a:xfrm>
            <a:off x="3103613" y="1983545"/>
            <a:ext cx="576775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300CB9F-8BC6-FEE5-BE2B-C74B08ED9AFC}"/>
              </a:ext>
            </a:extLst>
          </p:cNvPr>
          <p:cNvCxnSpPr>
            <a:cxnSpLocks/>
          </p:cNvCxnSpPr>
          <p:nvPr userDrawn="1"/>
        </p:nvCxnSpPr>
        <p:spPr>
          <a:xfrm>
            <a:off x="5561789" y="1983545"/>
            <a:ext cx="576775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EDE9241-0BE2-C172-DA28-2A51A9901F5B}"/>
              </a:ext>
            </a:extLst>
          </p:cNvPr>
          <p:cNvCxnSpPr>
            <a:cxnSpLocks/>
          </p:cNvCxnSpPr>
          <p:nvPr userDrawn="1"/>
        </p:nvCxnSpPr>
        <p:spPr>
          <a:xfrm>
            <a:off x="8019963" y="1983545"/>
            <a:ext cx="576775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DCF7C55-13D5-21B1-F0B8-DEDF0692DB4C}"/>
              </a:ext>
            </a:extLst>
          </p:cNvPr>
          <p:cNvCxnSpPr>
            <a:cxnSpLocks/>
          </p:cNvCxnSpPr>
          <p:nvPr userDrawn="1"/>
        </p:nvCxnSpPr>
        <p:spPr>
          <a:xfrm>
            <a:off x="10437377" y="1983545"/>
            <a:ext cx="576775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D48233A-4A96-0E2C-940D-187A8CD376B7}"/>
              </a:ext>
            </a:extLst>
          </p:cNvPr>
          <p:cNvCxnSpPr>
            <a:cxnSpLocks/>
          </p:cNvCxnSpPr>
          <p:nvPr userDrawn="1"/>
        </p:nvCxnSpPr>
        <p:spPr>
          <a:xfrm>
            <a:off x="3103613" y="4895558"/>
            <a:ext cx="576775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E12C688-BB86-C9CB-B58D-B8C4B3917610}"/>
              </a:ext>
            </a:extLst>
          </p:cNvPr>
          <p:cNvCxnSpPr>
            <a:cxnSpLocks/>
          </p:cNvCxnSpPr>
          <p:nvPr userDrawn="1"/>
        </p:nvCxnSpPr>
        <p:spPr>
          <a:xfrm>
            <a:off x="5561789" y="4895558"/>
            <a:ext cx="576775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D7B4D622-4F18-1D4E-F3D0-A4C93D85C7F5}"/>
              </a:ext>
            </a:extLst>
          </p:cNvPr>
          <p:cNvCxnSpPr>
            <a:cxnSpLocks/>
          </p:cNvCxnSpPr>
          <p:nvPr userDrawn="1"/>
        </p:nvCxnSpPr>
        <p:spPr>
          <a:xfrm>
            <a:off x="8019963" y="4895558"/>
            <a:ext cx="576775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195B720-BB8F-A915-990B-1217D06CB07D}"/>
              </a:ext>
            </a:extLst>
          </p:cNvPr>
          <p:cNvCxnSpPr>
            <a:cxnSpLocks/>
          </p:cNvCxnSpPr>
          <p:nvPr userDrawn="1"/>
        </p:nvCxnSpPr>
        <p:spPr>
          <a:xfrm>
            <a:off x="10437377" y="4895558"/>
            <a:ext cx="576775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FE0EA43A-4688-B370-5851-0B08045ABF9F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>
          <a:xfrm>
            <a:off x="8818643" y="6309064"/>
            <a:ext cx="2777437" cy="247634"/>
          </a:xfrm>
        </p:spPr>
        <p:txBody>
          <a:bodyPr vert="horz" lIns="0" tIns="0" rIns="0" bIns="0" rtlCol="0" anchor="b"/>
          <a:lstStyle>
            <a:lvl1pPr>
              <a:defRPr lang="en-US" dirty="0"/>
            </a:lvl1pPr>
          </a:lstStyle>
          <a:p>
            <a:pPr algn="r"/>
            <a:r>
              <a:rPr lang="en-US"/>
              <a:t>CONFIDENTIAL: NOT FOR DISTRIBUTION</a:t>
            </a:r>
            <a:endParaRPr lang="en-US" sz="1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78E010B-C323-136B-BB91-E069D0262A8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5925" y="6309064"/>
            <a:ext cx="2777437" cy="24763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700" b="0" smtClean="0">
                <a:latin typeface="+mn-lt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defTabSz="1043056"/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46112739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0F628-2A0A-9E3A-F45F-B6381B384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858000"/>
            <a:ext cx="0" cy="0"/>
          </a:xfrm>
          <a:noFill/>
          <a:ln>
            <a:noFill/>
          </a:ln>
        </p:spPr>
        <p:txBody>
          <a:bodyPr/>
          <a:lstStyle>
            <a:lvl1pPr>
              <a:defRPr sz="100">
                <a:ln>
                  <a:noFill/>
                </a:ln>
                <a:noFill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8085BB-CA6A-5340-B633-0D0F8A0214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CONFIDENTIAL: NOT FOR DISTRIBUTION</a:t>
            </a:r>
            <a:endParaRPr lang="en-US" sz="10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012872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ck Cover - Dark">
    <p:bg>
      <p:bgPr>
        <a:solidFill>
          <a:srgbClr val="002B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FE0EA43A-4688-B370-5851-0B08045ABF9F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>
          <a:xfrm rot="2910462">
            <a:off x="0" y="6858000"/>
            <a:ext cx="0" cy="0"/>
          </a:xfrm>
          <a:noFill/>
          <a:ln>
            <a:noFill/>
          </a:ln>
        </p:spPr>
        <p:txBody>
          <a:bodyPr vert="horz" lIns="0" tIns="0" rIns="0" bIns="0" rtlCol="0" anchor="t" anchorCtr="0"/>
          <a:lstStyle>
            <a:lvl1pPr algn="l">
              <a:defRPr lang="en-US" dirty="0">
                <a:ln>
                  <a:noFill/>
                </a:ln>
                <a:noFill/>
              </a:defRPr>
            </a:lvl1pPr>
          </a:lstStyle>
          <a:p>
            <a:r>
              <a:rPr lang="en-US"/>
              <a:t>CONFIDENTIAL: NOT FOR DISTRIBUTION</a:t>
            </a:r>
          </a:p>
        </p:txBody>
      </p:sp>
      <p:pic>
        <p:nvPicPr>
          <p:cNvPr id="11" name="Graphic 10" descr="Home with solid fill">
            <a:hlinkClick r:id="" action="ppaction://noaction"/>
            <a:extLst>
              <a:ext uri="{FF2B5EF4-FFF2-40B4-BE49-F238E27FC236}">
                <a16:creationId xmlns:a16="http://schemas.microsoft.com/office/drawing/2014/main" id="{E8BE5D2B-6A6A-D8E8-2CEF-9909CDEE6D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84429" y="99023"/>
            <a:ext cx="283169" cy="283169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0F38FC-8BC1-F5FF-585D-20F3F007A8A2}"/>
              </a:ext>
            </a:extLst>
          </p:cNvPr>
          <p:cNvCxnSpPr>
            <a:cxnSpLocks/>
          </p:cNvCxnSpPr>
          <p:nvPr userDrawn="1"/>
        </p:nvCxnSpPr>
        <p:spPr>
          <a:xfrm>
            <a:off x="644480" y="4586514"/>
            <a:ext cx="0" cy="227148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A9D6C668-9F38-0F65-5C36-4F4F8EC26B6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05155" y="3147383"/>
            <a:ext cx="2315980" cy="99494"/>
          </a:xfrm>
          <a:prstGeom prst="rect">
            <a:avLst/>
          </a:prstGeom>
        </p:spPr>
      </p:pic>
      <p:sp>
        <p:nvSpPr>
          <p:cNvPr id="15" name="Text Placeholder 60">
            <a:extLst>
              <a:ext uri="{FF2B5EF4-FFF2-40B4-BE49-F238E27FC236}">
                <a16:creationId xmlns:a16="http://schemas.microsoft.com/office/drawing/2014/main" id="{B04D2FE1-2151-AD91-5CCC-4C74D07889AC}"/>
              </a:ext>
            </a:extLst>
          </p:cNvPr>
          <p:cNvSpPr txBox="1">
            <a:spLocks/>
          </p:cNvSpPr>
          <p:nvPr userDrawn="1"/>
        </p:nvSpPr>
        <p:spPr>
          <a:xfrm>
            <a:off x="1149273" y="5700873"/>
            <a:ext cx="1717590" cy="833786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0" indent="0" algn="l" defTabSz="865721" rtl="0" eaLnBrk="1" latinLnBrk="0" hangingPunct="1">
              <a:spcBef>
                <a:spcPts val="0"/>
              </a:spcBef>
              <a:spcAft>
                <a:spcPts val="706"/>
              </a:spcAft>
              <a:buFont typeface="Arial" panose="020B0604020202020204" pitchFamily="34" charset="0"/>
              <a:buNone/>
              <a:defRPr sz="706" b="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 algn="l" defTabSz="865721" rtl="0" eaLnBrk="1" latinLnBrk="0" hangingPunct="1">
              <a:spcBef>
                <a:spcPts val="0"/>
              </a:spcBef>
              <a:spcAft>
                <a:spcPts val="529"/>
              </a:spcAft>
              <a:buFont typeface="Arial" panose="020B0604020202020204" pitchFamily="34" charset="0"/>
              <a:buNone/>
              <a:defRPr sz="664" b="0" kern="1200" cap="none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 marL="1318" indent="0" algn="l" defTabSz="865721" rtl="0" eaLnBrk="1" latinLnBrk="0" hangingPunct="1">
              <a:spcBef>
                <a:spcPts val="0"/>
              </a:spcBef>
              <a:spcAft>
                <a:spcPts val="529"/>
              </a:spcAft>
              <a:buFont typeface="Arial" panose="020B0604020202020204" pitchFamily="34" charset="0"/>
              <a:buNone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2009" indent="-162009" algn="l" defTabSz="865721" rtl="0" eaLnBrk="1" latinLnBrk="0" hangingPunct="1">
              <a:spcBef>
                <a:spcPts val="0"/>
              </a:spcBef>
              <a:spcAft>
                <a:spcPts val="529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317664" indent="-155655" algn="l" defTabSz="865721" rtl="0" eaLnBrk="1" latinLnBrk="0" hangingPunct="1">
              <a:spcBef>
                <a:spcPts val="0"/>
              </a:spcBef>
              <a:spcAft>
                <a:spcPts val="529"/>
              </a:spcAft>
              <a:buClr>
                <a:schemeClr val="tx1"/>
              </a:buClr>
              <a:buFont typeface="Segoe UI" panose="020B0502040204020203" pitchFamily="34" charset="0"/>
              <a:buChar char="–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476275" indent="-161094" algn="l" defTabSz="865721" rtl="0" eaLnBrk="1" latinLnBrk="0" hangingPunct="1">
              <a:spcBef>
                <a:spcPts val="0"/>
              </a:spcBef>
              <a:spcAft>
                <a:spcPts val="529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37369" indent="-161094" algn="l" defTabSz="865721" rtl="0" eaLnBrk="1" latinLnBrk="0" hangingPunct="1">
              <a:spcBef>
                <a:spcPts val="0"/>
              </a:spcBef>
              <a:spcAft>
                <a:spcPts val="529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1094" indent="-161094" algn="l" defTabSz="865721" rtl="0" eaLnBrk="1" latinLnBrk="0" hangingPunct="1">
              <a:spcBef>
                <a:spcPts val="0"/>
              </a:spcBef>
              <a:spcAft>
                <a:spcPts val="529"/>
              </a:spcAft>
              <a:buClr>
                <a:schemeClr val="tx1"/>
              </a:buClr>
              <a:buFont typeface="+mj-lt"/>
              <a:buAutoNum type="arabicPeriod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3781" indent="-152689" algn="l" defTabSz="865721" rtl="0" eaLnBrk="1" latinLnBrk="0" hangingPunct="1">
              <a:spcBef>
                <a:spcPts val="0"/>
              </a:spcBef>
              <a:spcAft>
                <a:spcPts val="529"/>
              </a:spcAft>
              <a:buClr>
                <a:schemeClr val="tx1"/>
              </a:buClr>
              <a:buFont typeface="+mj-lt"/>
              <a:buAutoNum type="alphaLcPeriod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47"/>
              </a:lnSpc>
              <a:spcAft>
                <a:spcPts val="0"/>
              </a:spcAft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Alvarez &amp; Marsal Holdings, LLC. All rights reserved. ALVAREZ &amp; MARSAL®, </a:t>
            </a:r>
          </a:p>
          <a:p>
            <a:pPr>
              <a:lnSpc>
                <a:spcPts val="1047"/>
              </a:lnSpc>
              <a:spcAft>
                <a:spcPts val="0"/>
              </a:spcAft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     ® and A&amp;M® are trademarks of Alvarez &amp; Marsal Holdings, LLC.</a:t>
            </a:r>
          </a:p>
          <a:p>
            <a:pPr>
              <a:lnSpc>
                <a:spcPts val="1047"/>
              </a:lnSpc>
              <a:spcAft>
                <a:spcPts val="0"/>
              </a:spcAft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1047"/>
              </a:lnSpc>
              <a:spcAft>
                <a:spcPts val="0"/>
              </a:spcAft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© Copyright 2026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0E66150-EE35-13F3-7CA8-01FF0D6EE1D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259" y="5961393"/>
            <a:ext cx="116383" cy="102896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36F228D-080E-557F-A91B-677B7CE37B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5541" y="5021725"/>
            <a:ext cx="1327970" cy="106665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E1BA633-7670-8567-407E-2308F2CBF1AF}"/>
              </a:ext>
            </a:extLst>
          </p:cNvPr>
          <p:cNvCxnSpPr>
            <a:cxnSpLocks/>
          </p:cNvCxnSpPr>
          <p:nvPr userDrawn="1"/>
        </p:nvCxnSpPr>
        <p:spPr>
          <a:xfrm flipH="1">
            <a:off x="1140227" y="5557660"/>
            <a:ext cx="358140" cy="0"/>
          </a:xfrm>
          <a:prstGeom prst="line">
            <a:avLst/>
          </a:prstGeom>
          <a:ln w="25400">
            <a:solidFill>
              <a:srgbClr val="5E8A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Picture Placeholder 1">
            <a:extLst>
              <a:ext uri="{FF2B5EF4-FFF2-40B4-BE49-F238E27FC236}">
                <a16:creationId xmlns:a16="http://schemas.microsoft.com/office/drawing/2014/main" id="{D8EE0B1D-F826-BBE4-A52C-78B3DBD0661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256690" y="0"/>
            <a:ext cx="7970959" cy="6858000"/>
          </a:xfrm>
          <a:custGeom>
            <a:avLst/>
            <a:gdLst>
              <a:gd name="connsiteX0" fmla="*/ 6911016 w 7970959"/>
              <a:gd name="connsiteY0" fmla="*/ 828675 h 6858000"/>
              <a:gd name="connsiteX1" fmla="*/ 7967569 w 7970959"/>
              <a:gd name="connsiteY1" fmla="*/ 2694352 h 6858000"/>
              <a:gd name="connsiteX2" fmla="*/ 7967569 w 7970959"/>
              <a:gd name="connsiteY2" fmla="*/ 6858000 h 6858000"/>
              <a:gd name="connsiteX3" fmla="*/ 6911016 w 7970959"/>
              <a:gd name="connsiteY3" fmla="*/ 6858000 h 6858000"/>
              <a:gd name="connsiteX4" fmla="*/ 5107212 w 7970959"/>
              <a:gd name="connsiteY4" fmla="*/ 823912 h 6858000"/>
              <a:gd name="connsiteX5" fmla="*/ 5107212 w 7970959"/>
              <a:gd name="connsiteY5" fmla="*/ 6858000 h 6858000"/>
              <a:gd name="connsiteX6" fmla="*/ 4044893 w 7970959"/>
              <a:gd name="connsiteY6" fmla="*/ 6858000 h 6858000"/>
              <a:gd name="connsiteX7" fmla="*/ 4044893 w 7970959"/>
              <a:gd name="connsiteY7" fmla="*/ 2695575 h 6858000"/>
              <a:gd name="connsiteX8" fmla="*/ 7967569 w 7970959"/>
              <a:gd name="connsiteY8" fmla="*/ 0 h 6858000"/>
              <a:gd name="connsiteX9" fmla="*/ 7970959 w 7970959"/>
              <a:gd name="connsiteY9" fmla="*/ 0 h 6858000"/>
              <a:gd name="connsiteX10" fmla="*/ 7970959 w 7970959"/>
              <a:gd name="connsiteY10" fmla="*/ 2700338 h 6858000"/>
              <a:gd name="connsiteX11" fmla="*/ 7967569 w 7970959"/>
              <a:gd name="connsiteY11" fmla="*/ 2694352 h 6858000"/>
              <a:gd name="connsiteX12" fmla="*/ 5511226 w 7970959"/>
              <a:gd name="connsiteY12" fmla="*/ 0 h 6858000"/>
              <a:gd name="connsiteX13" fmla="*/ 6564039 w 7970959"/>
              <a:gd name="connsiteY13" fmla="*/ 0 h 6858000"/>
              <a:gd name="connsiteX14" fmla="*/ 6564039 w 7970959"/>
              <a:gd name="connsiteY14" fmla="*/ 6858000 h 6858000"/>
              <a:gd name="connsiteX15" fmla="*/ 5511226 w 7970959"/>
              <a:gd name="connsiteY15" fmla="*/ 6858000 h 6858000"/>
              <a:gd name="connsiteX16" fmla="*/ 4056776 w 7970959"/>
              <a:gd name="connsiteY16" fmla="*/ 0 h 6858000"/>
              <a:gd name="connsiteX17" fmla="*/ 5216534 w 7970959"/>
              <a:gd name="connsiteY17" fmla="*/ 0 h 6858000"/>
              <a:gd name="connsiteX18" fmla="*/ 1323739 w 7970959"/>
              <a:gd name="connsiteY18" fmla="*/ 6858000 h 6858000"/>
              <a:gd name="connsiteX19" fmla="*/ 0 w 7970959"/>
              <a:gd name="connsiteY1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970959" h="6858000">
                <a:moveTo>
                  <a:pt x="6911016" y="828675"/>
                </a:moveTo>
                <a:lnTo>
                  <a:pt x="7967569" y="2694352"/>
                </a:lnTo>
                <a:lnTo>
                  <a:pt x="7967569" y="6858000"/>
                </a:lnTo>
                <a:lnTo>
                  <a:pt x="6911016" y="6858000"/>
                </a:lnTo>
                <a:close/>
                <a:moveTo>
                  <a:pt x="5107212" y="823912"/>
                </a:moveTo>
                <a:lnTo>
                  <a:pt x="5107212" y="6858000"/>
                </a:lnTo>
                <a:lnTo>
                  <a:pt x="4044893" y="6858000"/>
                </a:lnTo>
                <a:lnTo>
                  <a:pt x="4044893" y="2695575"/>
                </a:lnTo>
                <a:close/>
                <a:moveTo>
                  <a:pt x="7967569" y="0"/>
                </a:moveTo>
                <a:lnTo>
                  <a:pt x="7970959" y="0"/>
                </a:lnTo>
                <a:lnTo>
                  <a:pt x="7970959" y="2700338"/>
                </a:lnTo>
                <a:lnTo>
                  <a:pt x="7967569" y="2694352"/>
                </a:lnTo>
                <a:close/>
                <a:moveTo>
                  <a:pt x="5511226" y="0"/>
                </a:moveTo>
                <a:lnTo>
                  <a:pt x="6564039" y="0"/>
                </a:lnTo>
                <a:lnTo>
                  <a:pt x="6564039" y="6858000"/>
                </a:lnTo>
                <a:lnTo>
                  <a:pt x="5511226" y="6858000"/>
                </a:lnTo>
                <a:close/>
                <a:moveTo>
                  <a:pt x="4056776" y="0"/>
                </a:moveTo>
                <a:lnTo>
                  <a:pt x="5216534" y="0"/>
                </a:lnTo>
                <a:lnTo>
                  <a:pt x="132373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90000"/>
              <a:lumOff val="1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or drag here to insert image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8DD80E25-D572-FA9F-0972-0BC188E1D35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lum bright="10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3094" y="622366"/>
            <a:ext cx="722220" cy="637437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05398-E457-FDAB-5731-6059B44CABE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35541" y="5230666"/>
            <a:ext cx="2777437" cy="107722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700" b="0" i="1" cap="all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defTabSz="1043056"/>
            <a:r>
              <a:rPr lang="en-US"/>
              <a:t>Confidential – Not for distribution</a:t>
            </a:r>
          </a:p>
        </p:txBody>
      </p:sp>
    </p:spTree>
    <p:extLst>
      <p:ext uri="{BB962C8B-B14F-4D97-AF65-F5344CB8AC3E}">
        <p14:creationId xmlns:p14="http://schemas.microsoft.com/office/powerpoint/2010/main" val="413143231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ck Cover -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C12CCBB-2703-DEFB-4F79-66B6D57F2750}"/>
              </a:ext>
            </a:extLst>
          </p:cNvPr>
          <p:cNvSpPr/>
          <p:nvPr userDrawn="1"/>
        </p:nvSpPr>
        <p:spPr>
          <a:xfrm>
            <a:off x="11756432" y="1896533"/>
            <a:ext cx="223902" cy="48624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588" algn="ctr">
              <a:spcAft>
                <a:spcPts val="400"/>
              </a:spcAft>
            </a:pPr>
            <a:endParaRPr lang="en-US" sz="1200" err="1">
              <a:solidFill>
                <a:schemeClr val="bg1"/>
              </a:solidFill>
            </a:endParaRPr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434AE27E-099D-0214-240E-5317AC07089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7865" t="24515" r="15521" b="26999"/>
          <a:stretch/>
        </p:blipFill>
        <p:spPr>
          <a:xfrm>
            <a:off x="2734174" y="181"/>
            <a:ext cx="9457826" cy="6857641"/>
          </a:xfrm>
          <a:prstGeom prst="rect">
            <a:avLst/>
          </a:prstGeom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FE0EA43A-4688-B370-5851-0B08045ABF9F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>
          <a:xfrm>
            <a:off x="0" y="6858000"/>
            <a:ext cx="0" cy="0"/>
          </a:xfrm>
          <a:noFill/>
          <a:ln>
            <a:noFill/>
          </a:ln>
        </p:spPr>
        <p:txBody>
          <a:bodyPr vert="horz" lIns="0" tIns="0" rIns="0" bIns="0" rtlCol="0" anchor="t" anchorCtr="0"/>
          <a:lstStyle>
            <a:lvl1pPr algn="l">
              <a:defRPr lang="en-US" sz="100" dirty="0">
                <a:ln>
                  <a:noFill/>
                </a:ln>
                <a:noFill/>
              </a:defRPr>
            </a:lvl1pPr>
          </a:lstStyle>
          <a:p>
            <a:r>
              <a:rPr lang="en-US"/>
              <a:t>CONFIDENTIAL: NOT FOR DISTRIBUTION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0F38FC-8BC1-F5FF-585D-20F3F007A8A2}"/>
              </a:ext>
            </a:extLst>
          </p:cNvPr>
          <p:cNvCxnSpPr>
            <a:cxnSpLocks/>
          </p:cNvCxnSpPr>
          <p:nvPr userDrawn="1"/>
        </p:nvCxnSpPr>
        <p:spPr>
          <a:xfrm>
            <a:off x="644480" y="4586514"/>
            <a:ext cx="0" cy="227148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60">
            <a:extLst>
              <a:ext uri="{FF2B5EF4-FFF2-40B4-BE49-F238E27FC236}">
                <a16:creationId xmlns:a16="http://schemas.microsoft.com/office/drawing/2014/main" id="{EF92A042-DFBA-66CE-69A0-EEAF18A2E851}"/>
              </a:ext>
            </a:extLst>
          </p:cNvPr>
          <p:cNvSpPr txBox="1">
            <a:spLocks/>
          </p:cNvSpPr>
          <p:nvPr userDrawn="1"/>
        </p:nvSpPr>
        <p:spPr>
          <a:xfrm>
            <a:off x="1149273" y="5700873"/>
            <a:ext cx="1717590" cy="833786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0" indent="0" algn="l" defTabSz="865721" rtl="0" eaLnBrk="1" latinLnBrk="0" hangingPunct="1">
              <a:spcBef>
                <a:spcPts val="0"/>
              </a:spcBef>
              <a:spcAft>
                <a:spcPts val="706"/>
              </a:spcAft>
              <a:buFont typeface="Arial" panose="020B0604020202020204" pitchFamily="34" charset="0"/>
              <a:buNone/>
              <a:defRPr sz="706" b="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 algn="l" defTabSz="865721" rtl="0" eaLnBrk="1" latinLnBrk="0" hangingPunct="1">
              <a:spcBef>
                <a:spcPts val="0"/>
              </a:spcBef>
              <a:spcAft>
                <a:spcPts val="529"/>
              </a:spcAft>
              <a:buFont typeface="Arial" panose="020B0604020202020204" pitchFamily="34" charset="0"/>
              <a:buNone/>
              <a:defRPr sz="664" b="0" kern="1200" cap="none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 marL="1318" indent="0" algn="l" defTabSz="865721" rtl="0" eaLnBrk="1" latinLnBrk="0" hangingPunct="1">
              <a:spcBef>
                <a:spcPts val="0"/>
              </a:spcBef>
              <a:spcAft>
                <a:spcPts val="529"/>
              </a:spcAft>
              <a:buFont typeface="Arial" panose="020B0604020202020204" pitchFamily="34" charset="0"/>
              <a:buNone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2009" indent="-162009" algn="l" defTabSz="865721" rtl="0" eaLnBrk="1" latinLnBrk="0" hangingPunct="1">
              <a:spcBef>
                <a:spcPts val="0"/>
              </a:spcBef>
              <a:spcAft>
                <a:spcPts val="529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317664" indent="-155655" algn="l" defTabSz="865721" rtl="0" eaLnBrk="1" latinLnBrk="0" hangingPunct="1">
              <a:spcBef>
                <a:spcPts val="0"/>
              </a:spcBef>
              <a:spcAft>
                <a:spcPts val="529"/>
              </a:spcAft>
              <a:buClr>
                <a:schemeClr val="tx1"/>
              </a:buClr>
              <a:buFont typeface="Segoe UI" panose="020B0502040204020203" pitchFamily="34" charset="0"/>
              <a:buChar char="–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476275" indent="-161094" algn="l" defTabSz="865721" rtl="0" eaLnBrk="1" latinLnBrk="0" hangingPunct="1">
              <a:spcBef>
                <a:spcPts val="0"/>
              </a:spcBef>
              <a:spcAft>
                <a:spcPts val="529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37369" indent="-161094" algn="l" defTabSz="865721" rtl="0" eaLnBrk="1" latinLnBrk="0" hangingPunct="1">
              <a:spcBef>
                <a:spcPts val="0"/>
              </a:spcBef>
              <a:spcAft>
                <a:spcPts val="529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1094" indent="-161094" algn="l" defTabSz="865721" rtl="0" eaLnBrk="1" latinLnBrk="0" hangingPunct="1">
              <a:spcBef>
                <a:spcPts val="0"/>
              </a:spcBef>
              <a:spcAft>
                <a:spcPts val="529"/>
              </a:spcAft>
              <a:buClr>
                <a:schemeClr val="tx1"/>
              </a:buClr>
              <a:buFont typeface="+mj-lt"/>
              <a:buAutoNum type="arabicPeriod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3781" indent="-152689" algn="l" defTabSz="865721" rtl="0" eaLnBrk="1" latinLnBrk="0" hangingPunct="1">
              <a:spcBef>
                <a:spcPts val="0"/>
              </a:spcBef>
              <a:spcAft>
                <a:spcPts val="529"/>
              </a:spcAft>
              <a:buClr>
                <a:schemeClr val="tx1"/>
              </a:buClr>
              <a:buFont typeface="+mj-lt"/>
              <a:buAutoNum type="alphaLcPeriod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47"/>
              </a:lnSpc>
              <a:spcAft>
                <a:spcPts val="0"/>
              </a:spcAft>
            </a:pPr>
            <a:r>
              <a:rPr lang="en-US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Alvarez &amp; Marsal Holdings, LLC. All rights reserved. ALVAREZ &amp; MARSAL®, </a:t>
            </a:r>
          </a:p>
          <a:p>
            <a:pPr>
              <a:lnSpc>
                <a:spcPts val="1047"/>
              </a:lnSpc>
              <a:spcAft>
                <a:spcPts val="0"/>
              </a:spcAft>
            </a:pPr>
            <a:r>
              <a:rPr lang="en-US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® and A&amp;M® are trademarks of Alvarez &amp; Marsal Holdings, LLC.</a:t>
            </a:r>
          </a:p>
          <a:p>
            <a:pPr>
              <a:lnSpc>
                <a:spcPts val="1047"/>
              </a:lnSpc>
              <a:spcAft>
                <a:spcPts val="0"/>
              </a:spcAft>
            </a:pPr>
            <a:endParaRPr lang="en-US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1047"/>
              </a:lnSpc>
              <a:spcAft>
                <a:spcPts val="0"/>
              </a:spcAft>
            </a:pPr>
            <a:r>
              <a:rPr lang="en-US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Copyright 2026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A5BCA5F-F80D-C881-524F-DE2CCCBF9C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5541" y="5021725"/>
            <a:ext cx="1327970" cy="106665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E21870-2005-7B94-92AB-17FF7A2131DD}"/>
              </a:ext>
            </a:extLst>
          </p:cNvPr>
          <p:cNvCxnSpPr>
            <a:cxnSpLocks/>
          </p:cNvCxnSpPr>
          <p:nvPr userDrawn="1"/>
        </p:nvCxnSpPr>
        <p:spPr>
          <a:xfrm flipH="1">
            <a:off x="1140227" y="5557660"/>
            <a:ext cx="358140" cy="0"/>
          </a:xfrm>
          <a:prstGeom prst="line">
            <a:avLst/>
          </a:prstGeom>
          <a:ln w="25400">
            <a:solidFill>
              <a:srgbClr val="5E8A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C3DD1A2F-8AA0-D4F1-BFC0-9893CB0301A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lum bright="-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05155" y="3147383"/>
            <a:ext cx="2315980" cy="9949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69FBD3F2-FAC3-A6A7-D384-C2F03527801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3094" y="622366"/>
            <a:ext cx="722220" cy="637437"/>
          </a:xfrm>
          <a:prstGeom prst="rect">
            <a:avLst/>
          </a:prstGeom>
        </p:spPr>
      </p:pic>
      <p:sp>
        <p:nvSpPr>
          <p:cNvPr id="9" name="Picture Placeholder 1">
            <a:extLst>
              <a:ext uri="{FF2B5EF4-FFF2-40B4-BE49-F238E27FC236}">
                <a16:creationId xmlns:a16="http://schemas.microsoft.com/office/drawing/2014/main" id="{C961E5C1-8EC1-E3DF-3AD8-608C4F89936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678169" y="-2"/>
            <a:ext cx="8518054" cy="6858000"/>
          </a:xfrm>
          <a:custGeom>
            <a:avLst/>
            <a:gdLst>
              <a:gd name="connsiteX0" fmla="*/ 5998923 w 6920919"/>
              <a:gd name="connsiteY0" fmla="*/ 1635919 h 6858000"/>
              <a:gd name="connsiteX1" fmla="*/ 6920919 w 6920919"/>
              <a:gd name="connsiteY1" fmla="*/ 3257551 h 6858000"/>
              <a:gd name="connsiteX2" fmla="*/ 6920919 w 6920919"/>
              <a:gd name="connsiteY2" fmla="*/ 6858000 h 6858000"/>
              <a:gd name="connsiteX3" fmla="*/ 5998923 w 6920919"/>
              <a:gd name="connsiteY3" fmla="*/ 6858000 h 6858000"/>
              <a:gd name="connsiteX4" fmla="*/ 4786274 w 6920919"/>
              <a:gd name="connsiteY4" fmla="*/ 466724 h 6858000"/>
              <a:gd name="connsiteX5" fmla="*/ 1150707 w 6920919"/>
              <a:gd name="connsiteY5" fmla="*/ 6857999 h 6858000"/>
              <a:gd name="connsiteX6" fmla="*/ 3514064 w 6920919"/>
              <a:gd name="connsiteY6" fmla="*/ 6857999 h 6858000"/>
              <a:gd name="connsiteX7" fmla="*/ 3514064 w 6920919"/>
              <a:gd name="connsiteY7" fmla="*/ 3252787 h 6858000"/>
              <a:gd name="connsiteX8" fmla="*/ 4433676 w 6920919"/>
              <a:gd name="connsiteY8" fmla="*/ 1633536 h 6858000"/>
              <a:gd name="connsiteX9" fmla="*/ 4433676 w 6920919"/>
              <a:gd name="connsiteY9" fmla="*/ 6857999 h 6858000"/>
              <a:gd name="connsiteX10" fmla="*/ 4786274 w 6920919"/>
              <a:gd name="connsiteY10" fmla="*/ 6857999 h 6858000"/>
              <a:gd name="connsiteX11" fmla="*/ 4069167 w 6920919"/>
              <a:gd name="connsiteY11" fmla="*/ 0 h 6858000"/>
              <a:gd name="connsiteX12" fmla="*/ 5701121 w 6920919"/>
              <a:gd name="connsiteY12" fmla="*/ 0 h 6858000"/>
              <a:gd name="connsiteX13" fmla="*/ 5701121 w 6920919"/>
              <a:gd name="connsiteY13" fmla="*/ 6858000 h 6858000"/>
              <a:gd name="connsiteX14" fmla="*/ 0 w 6920919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920919" h="6858000">
                <a:moveTo>
                  <a:pt x="5998923" y="1635919"/>
                </a:moveTo>
                <a:lnTo>
                  <a:pt x="6920919" y="3257551"/>
                </a:lnTo>
                <a:lnTo>
                  <a:pt x="6920919" y="6858000"/>
                </a:lnTo>
                <a:lnTo>
                  <a:pt x="5998923" y="6858000"/>
                </a:lnTo>
                <a:close/>
                <a:moveTo>
                  <a:pt x="4786274" y="466724"/>
                </a:moveTo>
                <a:lnTo>
                  <a:pt x="1150707" y="6857999"/>
                </a:lnTo>
                <a:lnTo>
                  <a:pt x="3514064" y="6857999"/>
                </a:lnTo>
                <a:lnTo>
                  <a:pt x="3514064" y="3252787"/>
                </a:lnTo>
                <a:lnTo>
                  <a:pt x="4433676" y="1633536"/>
                </a:lnTo>
                <a:lnTo>
                  <a:pt x="4433676" y="6857999"/>
                </a:lnTo>
                <a:lnTo>
                  <a:pt x="4786274" y="6857999"/>
                </a:lnTo>
                <a:close/>
                <a:moveTo>
                  <a:pt x="4069167" y="0"/>
                </a:moveTo>
                <a:lnTo>
                  <a:pt x="5701121" y="0"/>
                </a:lnTo>
                <a:lnTo>
                  <a:pt x="570112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or drag here to add image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86B7E284-259C-5520-121A-3BEF550F935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259" y="5961393"/>
            <a:ext cx="124322" cy="109728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922681C-25A2-BC76-EFDA-FA5FA709785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35541" y="5230666"/>
            <a:ext cx="2777437" cy="107722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700" b="0" i="1" cap="all" baseline="0" dirty="0">
                <a:solidFill>
                  <a:srgbClr val="3B393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defTabSz="1043056"/>
            <a:r>
              <a:rPr lang="en-US"/>
              <a:t>Confidential – Not for distribution</a:t>
            </a:r>
          </a:p>
        </p:txBody>
      </p:sp>
    </p:spTree>
    <p:extLst>
      <p:ext uri="{BB962C8B-B14F-4D97-AF65-F5344CB8AC3E}">
        <p14:creationId xmlns:p14="http://schemas.microsoft.com/office/powerpoint/2010/main" val="30632935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850" y="-2"/>
            <a:ext cx="12191152" cy="6858002"/>
          </a:xfrm>
          <a:solidFill>
            <a:schemeClr val="accent1"/>
          </a:solidFill>
        </p:spPr>
        <p:txBody>
          <a:bodyPr lIns="72000" tIns="72000" rIns="72000" bIns="72000">
            <a:noAutofit/>
          </a:bodyPr>
          <a:lstStyle>
            <a:lvl1pPr algn="ctr">
              <a:defRPr sz="1412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8C702-320F-490A-A0D6-DE4C03C4B6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254094" y="1680788"/>
            <a:ext cx="4166994" cy="1725963"/>
          </a:xfrm>
        </p:spPr>
        <p:txBody>
          <a:bodyPr anchor="t" anchorCtr="0"/>
          <a:lstStyle>
            <a:lvl1pPr>
              <a:lnSpc>
                <a:spcPct val="90000"/>
              </a:lnSpc>
              <a:spcAft>
                <a:spcPts val="0"/>
              </a:spcAft>
              <a:defRPr sz="3200" b="1">
                <a:solidFill>
                  <a:schemeClr val="bg1"/>
                </a:solidFill>
              </a:defRPr>
            </a:lvl1pPr>
            <a:lvl2pPr>
              <a:spcAft>
                <a:spcPts val="0"/>
              </a:spcAft>
              <a:defRPr sz="1412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DE0D26-8780-0894-CF34-A1AE894A2097}"/>
              </a:ext>
            </a:extLst>
          </p:cNvPr>
          <p:cNvCxnSpPr>
            <a:cxnSpLocks/>
          </p:cNvCxnSpPr>
          <p:nvPr userDrawn="1"/>
        </p:nvCxnSpPr>
        <p:spPr>
          <a:xfrm>
            <a:off x="1254096" y="1352290"/>
            <a:ext cx="692247" cy="0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BC8D754-FB3D-EEBE-4619-06309E62A12D}"/>
              </a:ext>
            </a:extLst>
          </p:cNvPr>
          <p:cNvCxnSpPr>
            <a:cxnSpLocks/>
          </p:cNvCxnSpPr>
          <p:nvPr userDrawn="1"/>
        </p:nvCxnSpPr>
        <p:spPr>
          <a:xfrm>
            <a:off x="11865940" y="0"/>
            <a:ext cx="0" cy="52285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hlinkClick r:id="" action="ppaction://noaction"/>
            <a:extLst>
              <a:ext uri="{FF2B5EF4-FFF2-40B4-BE49-F238E27FC236}">
                <a16:creationId xmlns:a16="http://schemas.microsoft.com/office/drawing/2014/main" id="{760E63AC-A904-0402-8E49-E956C061BA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1252060" y="5900564"/>
            <a:ext cx="1204205" cy="11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43422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O_NOT_DELETE_UpSlide 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1F0CB3-C10E-0047-2606-FDB378916964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1998" cy="6858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588" algn="ctr">
              <a:spcAft>
                <a:spcPts val="400"/>
              </a:spcAft>
            </a:pP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8C702-320F-490A-A0D6-DE4C03C4B6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397774" y="1749648"/>
            <a:ext cx="6074672" cy="483489"/>
          </a:xfrm>
        </p:spPr>
        <p:txBody>
          <a:bodyPr anchor="t" anchorCtr="0"/>
          <a:lstStyle>
            <a:lvl1pPr>
              <a:lnSpc>
                <a:spcPct val="90000"/>
              </a:lnSpc>
              <a:spcAft>
                <a:spcPts val="0"/>
              </a:spcAft>
              <a:defRPr sz="2400" b="0">
                <a:solidFill>
                  <a:schemeClr val="bg1"/>
                </a:solidFill>
              </a:defRPr>
            </a:lvl1pPr>
            <a:lvl2pPr>
              <a:spcAft>
                <a:spcPts val="0"/>
              </a:spcAft>
              <a:defRPr sz="1412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Table of Contents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93BC9C-65AB-A46C-E296-CB0380BC367E}"/>
              </a:ext>
            </a:extLst>
          </p:cNvPr>
          <p:cNvCxnSpPr>
            <a:cxnSpLocks/>
          </p:cNvCxnSpPr>
          <p:nvPr userDrawn="1"/>
        </p:nvCxnSpPr>
        <p:spPr>
          <a:xfrm>
            <a:off x="11865940" y="0"/>
            <a:ext cx="0" cy="52285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>
            <a:extLst>
              <a:ext uri="{FF2B5EF4-FFF2-40B4-BE49-F238E27FC236}">
                <a16:creationId xmlns:a16="http://schemas.microsoft.com/office/drawing/2014/main" id="{98F569E2-C279-BBE6-C444-962482A430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1252060" y="5900564"/>
            <a:ext cx="1204205" cy="11904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22912957-1273-DEC5-323E-31B37F95EFB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lum bright="10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7526" y="866546"/>
            <a:ext cx="790865" cy="69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83912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O_NOT_DELETE_UpSlide 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2D63BD-7999-84D4-05B3-A49742DD8378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1998" cy="6858000"/>
          </a:xfrm>
          <a:prstGeom prst="rect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588" algn="ctr">
              <a:spcAft>
                <a:spcPts val="4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005215B-2F78-4991-2DE3-C2BB0B8BB4D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1998" cy="6858000"/>
          </a:xfrm>
        </p:spPr>
        <p:txBody>
          <a:bodyPr anchor="t" anchorCtr="1"/>
          <a:lstStyle>
            <a:lvl1pPr marL="0" marR="0" indent="0" algn="l" defTabSz="8657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8657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[TO INSERT A PICTURE FROM THE CONTENT LIBRARY USE INSERT AND RESIZE]</a:t>
            </a:r>
          </a:p>
          <a:p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BC8D754-FB3D-EEBE-4619-06309E62A12D}"/>
              </a:ext>
            </a:extLst>
          </p:cNvPr>
          <p:cNvCxnSpPr>
            <a:cxnSpLocks/>
          </p:cNvCxnSpPr>
          <p:nvPr userDrawn="1"/>
        </p:nvCxnSpPr>
        <p:spPr>
          <a:xfrm>
            <a:off x="11865940" y="0"/>
            <a:ext cx="0" cy="52285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hlinkClick r:id="" action="ppaction://noaction"/>
            <a:extLst>
              <a:ext uri="{FF2B5EF4-FFF2-40B4-BE49-F238E27FC236}">
                <a16:creationId xmlns:a16="http://schemas.microsoft.com/office/drawing/2014/main" id="{760E63AC-A904-0402-8E49-E956C061BA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1252060" y="5900564"/>
            <a:ext cx="1204205" cy="119045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D299900-4C9C-8D5D-AE41-74B95B8F1932}"/>
              </a:ext>
            </a:extLst>
          </p:cNvPr>
          <p:cNvCxnSpPr>
            <a:cxnSpLocks/>
          </p:cNvCxnSpPr>
          <p:nvPr userDrawn="1"/>
        </p:nvCxnSpPr>
        <p:spPr>
          <a:xfrm>
            <a:off x="1441665" y="1504690"/>
            <a:ext cx="692247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88781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Impact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5E87ED80-C2DC-15B5-0296-A4794C17A1CB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7620000" y="-2"/>
            <a:ext cx="4572000" cy="6858002"/>
          </a:xfrm>
          <a:solidFill>
            <a:schemeClr val="accent1"/>
          </a:solidFill>
        </p:spPr>
        <p:txBody>
          <a:bodyPr lIns="365760" tIns="72000" rIns="365760" bIns="72000">
            <a:noAutofit/>
          </a:bodyPr>
          <a:lstStyle>
            <a:lvl1pPr marL="0" indent="0" algn="ctr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insert </a:t>
            </a:r>
            <a:r>
              <a:rPr lang="en-US" err="1"/>
              <a:t>bkgd</a:t>
            </a:r>
            <a:r>
              <a:rPr lang="en-US"/>
              <a:t> image or hit space bar for solid blue box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878B23-6B61-470E-BD2B-5BF8BFABD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522" y="752977"/>
            <a:ext cx="7217078" cy="724321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2">
            <a:extLst>
              <a:ext uri="{FF2B5EF4-FFF2-40B4-BE49-F238E27FC236}">
                <a16:creationId xmlns:a16="http://schemas.microsoft.com/office/drawing/2014/main" id="{6C21F7D1-B6D2-8629-01CB-6A6B1A97990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50522" y="229732"/>
            <a:ext cx="7217078" cy="342423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900" b="1" i="0" kern="800" spc="250" baseline="0">
                <a:solidFill>
                  <a:schemeClr val="accent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3" name="Footer Placeholder 11">
            <a:extLst>
              <a:ext uri="{FF2B5EF4-FFF2-40B4-BE49-F238E27FC236}">
                <a16:creationId xmlns:a16="http://schemas.microsoft.com/office/drawing/2014/main" id="{A94F29AE-CFA9-3309-3FC7-A8C03F6AA3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0522" y="6311381"/>
            <a:ext cx="3006386" cy="24763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extBox 28">
            <a:extLst>
              <a:ext uri="{FF2B5EF4-FFF2-40B4-BE49-F238E27FC236}">
                <a16:creationId xmlns:a16="http://schemas.microsoft.com/office/drawing/2014/main" id="{A9335AEF-A75E-418C-B46E-8375E5C2E987}"/>
              </a:ext>
            </a:extLst>
          </p:cNvPr>
          <p:cNvSpPr txBox="1"/>
          <p:nvPr userDrawn="1"/>
        </p:nvSpPr>
        <p:spPr>
          <a:xfrm>
            <a:off x="9161599" y="6311381"/>
            <a:ext cx="2282251" cy="26158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/>
          <a:p>
            <a:pPr algn="r"/>
            <a:r>
              <a:rPr lang="en-US" sz="8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CONFIDENTIAL: NOT FOR DISTRIBUTION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35C9E5-32AA-FBAB-92B3-4586131D6D63}"/>
              </a:ext>
            </a:extLst>
          </p:cNvPr>
          <p:cNvCxnSpPr>
            <a:cxnSpLocks/>
          </p:cNvCxnSpPr>
          <p:nvPr userDrawn="1"/>
        </p:nvCxnSpPr>
        <p:spPr>
          <a:xfrm>
            <a:off x="11880258" y="0"/>
            <a:ext cx="0" cy="507637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87A9E638-BAB0-4B6C-04D3-DE2A397D6F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1214503" y="5817704"/>
            <a:ext cx="1331511" cy="122438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C9246EB6-25DE-B69A-D538-23089842C3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50522" y="1658121"/>
            <a:ext cx="7217077" cy="4565186"/>
          </a:xfrm>
        </p:spPr>
        <p:txBody>
          <a:bodyPr/>
          <a:lstStyle>
            <a:lvl2pPr marL="171450" indent="-171450">
              <a:buFont typeface="Wingdings" pitchFamily="2" charset="2"/>
              <a:buChar char="§"/>
              <a:defRPr/>
            </a:lvl2pPr>
            <a:lvl3pPr marL="347663" indent="-169863">
              <a:buFont typeface="System Font Regular"/>
              <a:buChar char="–"/>
              <a:tabLst/>
              <a:defRPr/>
            </a:lvl3pPr>
            <a:lvl4pPr marL="517525" indent="-169863">
              <a:buFont typeface="Courier New" panose="02070309020205020404" pitchFamily="49" charset="0"/>
              <a:buChar char="o"/>
              <a:tabLst/>
              <a:defRPr/>
            </a:lvl4pPr>
            <a:lvl5pPr marL="687388" indent="-169863">
              <a:buFont typeface="Arial" panose="020B0604020202020204" pitchFamily="34" charset="0"/>
              <a:buChar char="•"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6E3119E4-67F8-CD37-FC14-953262FFF10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023203" y="904874"/>
            <a:ext cx="3559198" cy="530542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171450" indent="-171450">
              <a:buFont typeface="Wingdings" pitchFamily="2" charset="2"/>
              <a:buChar char="§"/>
              <a:defRPr>
                <a:solidFill>
                  <a:schemeClr val="bg1"/>
                </a:solidFill>
              </a:defRPr>
            </a:lvl2pPr>
            <a:lvl3pPr marL="347663" indent="-169863">
              <a:buFont typeface="System Font Regular"/>
              <a:buChar char="–"/>
              <a:tabLst/>
              <a:defRPr>
                <a:solidFill>
                  <a:schemeClr val="bg1"/>
                </a:solidFill>
              </a:defRPr>
            </a:lvl3pPr>
            <a:lvl4pPr marL="517525" indent="-169863">
              <a:buFont typeface="Courier New" panose="02070309020205020404" pitchFamily="49" charset="0"/>
              <a:buChar char="o"/>
              <a:tabLst/>
              <a:defRPr>
                <a:solidFill>
                  <a:schemeClr val="bg1"/>
                </a:solidFill>
              </a:defRPr>
            </a:lvl4pPr>
            <a:lvl5pPr marL="687388" indent="-169863"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165221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op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0849E99-4534-466D-AE39-CAA330FD09D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25" y="1402"/>
          <a:ext cx="1924" cy="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0849E99-4534-466D-AE39-CAA330FD09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25" y="1402"/>
                        <a:ext cx="1924" cy="1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1">
            <a:extLst>
              <a:ext uri="{FF2B5EF4-FFF2-40B4-BE49-F238E27FC236}">
                <a16:creationId xmlns:a16="http://schemas.microsoft.com/office/drawing/2014/main" id="{5A7C516B-1786-1892-98C0-07F70F4932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0522" y="6311381"/>
            <a:ext cx="3006386" cy="24763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20BA765-2B29-D031-0D07-A6E0A4E310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522" y="634694"/>
            <a:ext cx="11331878" cy="56081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2">
            <a:extLst>
              <a:ext uri="{FF2B5EF4-FFF2-40B4-BE49-F238E27FC236}">
                <a16:creationId xmlns:a16="http://schemas.microsoft.com/office/drawing/2014/main" id="{FCC04B57-FBA1-335B-42B7-CA16B7FBB62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50522" y="111448"/>
            <a:ext cx="11331878" cy="342423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900" b="1" i="0" kern="800" spc="250" baseline="0">
                <a:solidFill>
                  <a:schemeClr val="accent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10" name="Text Placeholder 52">
            <a:extLst>
              <a:ext uri="{FF2B5EF4-FFF2-40B4-BE49-F238E27FC236}">
                <a16:creationId xmlns:a16="http://schemas.microsoft.com/office/drawing/2014/main" id="{C64A11AC-2891-8DC9-89CA-E68E0224F4E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50522" y="1315697"/>
            <a:ext cx="11331878" cy="342423"/>
          </a:xfrm>
          <a:prstGeom prst="rect">
            <a:avLst/>
          </a:prstGeom>
        </p:spPr>
        <p:txBody>
          <a:bodyPr anchor="t"/>
          <a:lstStyle>
            <a:lvl1pPr marL="0" indent="0" algn="ctr">
              <a:spcAft>
                <a:spcPts val="0"/>
              </a:spcAft>
              <a:buNone/>
              <a:defRPr sz="1200" b="0" i="0" kern="800" spc="0" baseline="0">
                <a:solidFill>
                  <a:schemeClr val="accent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Subtitle or key takeaway goes here</a:t>
            </a:r>
          </a:p>
        </p:txBody>
      </p:sp>
      <p:sp>
        <p:nvSpPr>
          <p:cNvPr id="11" name="TextBox 28">
            <a:extLst>
              <a:ext uri="{FF2B5EF4-FFF2-40B4-BE49-F238E27FC236}">
                <a16:creationId xmlns:a16="http://schemas.microsoft.com/office/drawing/2014/main" id="{AC1DF19E-6CED-8E90-45C3-B4F872EA4633}"/>
              </a:ext>
            </a:extLst>
          </p:cNvPr>
          <p:cNvSpPr txBox="1"/>
          <p:nvPr userDrawn="1"/>
        </p:nvSpPr>
        <p:spPr>
          <a:xfrm>
            <a:off x="9161599" y="6311381"/>
            <a:ext cx="2282251" cy="26158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/>
          <a:p>
            <a:pPr algn="r"/>
            <a:r>
              <a:rPr lang="en-US" sz="800" i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CONFIDENTIAL: NOT FOR DISTRIBUTION</a:t>
            </a:r>
          </a:p>
        </p:txBody>
      </p:sp>
    </p:spTree>
    <p:extLst>
      <p:ext uri="{BB962C8B-B14F-4D97-AF65-F5344CB8AC3E}">
        <p14:creationId xmlns:p14="http://schemas.microsoft.com/office/powerpoint/2010/main" val="157020283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op 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250522" y="1778309"/>
            <a:ext cx="11331877" cy="4444997"/>
          </a:xfrm>
        </p:spPr>
        <p:txBody>
          <a:bodyPr/>
          <a:lstStyle>
            <a:lvl2pPr marL="171450" indent="-171450">
              <a:buFont typeface="Wingdings" pitchFamily="2" charset="2"/>
              <a:buChar char="§"/>
              <a:defRPr/>
            </a:lvl2pPr>
            <a:lvl3pPr marL="347663" indent="-169863">
              <a:buFont typeface="System Font Regular"/>
              <a:buChar char="–"/>
              <a:tabLst/>
              <a:defRPr/>
            </a:lvl3pPr>
            <a:lvl4pPr marL="517525" indent="-169863">
              <a:buFont typeface="Courier New" panose="02070309020205020404" pitchFamily="49" charset="0"/>
              <a:buChar char="o"/>
              <a:tabLst/>
              <a:defRPr/>
            </a:lvl4pPr>
            <a:lvl5pPr marL="687388" indent="-169863">
              <a:buFont typeface="Arial" panose="020B0604020202020204" pitchFamily="34" charset="0"/>
              <a:buChar char="•"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878B23-6B61-470E-BD2B-5BF8BFABD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522" y="634694"/>
            <a:ext cx="11331877" cy="56081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2">
            <a:extLst>
              <a:ext uri="{FF2B5EF4-FFF2-40B4-BE49-F238E27FC236}">
                <a16:creationId xmlns:a16="http://schemas.microsoft.com/office/drawing/2014/main" id="{6C21F7D1-B6D2-8629-01CB-6A6B1A97990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50522" y="111448"/>
            <a:ext cx="11331877" cy="342423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900" b="1" i="0" kern="800" spc="250" baseline="0">
                <a:solidFill>
                  <a:schemeClr val="accent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5" name="Footer Placeholder 11">
            <a:extLst>
              <a:ext uri="{FF2B5EF4-FFF2-40B4-BE49-F238E27FC236}">
                <a16:creationId xmlns:a16="http://schemas.microsoft.com/office/drawing/2014/main" id="{0337EB07-E3C4-79A5-03AD-844F2EC75E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0522" y="6311381"/>
            <a:ext cx="3006386" cy="24763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ext Placeholder 52">
            <a:extLst>
              <a:ext uri="{FF2B5EF4-FFF2-40B4-BE49-F238E27FC236}">
                <a16:creationId xmlns:a16="http://schemas.microsoft.com/office/drawing/2014/main" id="{40EB9F10-A474-9E5D-49BA-19B570F9C84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50522" y="1315697"/>
            <a:ext cx="11331877" cy="342423"/>
          </a:xfrm>
          <a:prstGeom prst="rect">
            <a:avLst/>
          </a:prstGeom>
        </p:spPr>
        <p:txBody>
          <a:bodyPr anchor="t"/>
          <a:lstStyle>
            <a:lvl1pPr marL="0" indent="0" algn="ctr">
              <a:spcAft>
                <a:spcPts val="0"/>
              </a:spcAft>
              <a:buNone/>
              <a:defRPr sz="1200" b="0" i="0" kern="800" spc="0" baseline="0">
                <a:solidFill>
                  <a:schemeClr val="accent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Subtitle or key takeaway goes here</a:t>
            </a:r>
          </a:p>
        </p:txBody>
      </p:sp>
      <p:sp>
        <p:nvSpPr>
          <p:cNvPr id="13" name="TextBox 28">
            <a:extLst>
              <a:ext uri="{FF2B5EF4-FFF2-40B4-BE49-F238E27FC236}">
                <a16:creationId xmlns:a16="http://schemas.microsoft.com/office/drawing/2014/main" id="{1189D4A9-6BF6-360A-A069-F0158981EEB6}"/>
              </a:ext>
            </a:extLst>
          </p:cNvPr>
          <p:cNvSpPr txBox="1"/>
          <p:nvPr userDrawn="1"/>
        </p:nvSpPr>
        <p:spPr>
          <a:xfrm>
            <a:off x="9161599" y="6311381"/>
            <a:ext cx="2282251" cy="26158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/>
          <a:p>
            <a:pPr algn="r"/>
            <a:r>
              <a:rPr lang="en-US" sz="800" i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CONFIDENTIAL: NOT FOR DISTRIBUTION</a:t>
            </a:r>
          </a:p>
        </p:txBody>
      </p:sp>
    </p:spTree>
    <p:extLst>
      <p:ext uri="{BB962C8B-B14F-4D97-AF65-F5344CB8AC3E}">
        <p14:creationId xmlns:p14="http://schemas.microsoft.com/office/powerpoint/2010/main" val="6386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4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Relationship Id="rId35" Type="http://schemas.openxmlformats.org/officeDocument/2006/relationships/image" Target="../media/image3.png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slideLayout" Target="../slideLayouts/slideLayout32.xml"/><Relationship Id="rId7" Type="http://schemas.openxmlformats.org/officeDocument/2006/relationships/tags" Target="../tags/tag7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34.xml"/><Relationship Id="rId10" Type="http://schemas.openxmlformats.org/officeDocument/2006/relationships/image" Target="../media/image20.png"/><Relationship Id="rId4" Type="http://schemas.openxmlformats.org/officeDocument/2006/relationships/slideLayout" Target="../slideLayouts/slideLayout33.xml"/><Relationship Id="rId9" Type="http://schemas.openxmlformats.org/officeDocument/2006/relationships/image" Target="../media/image11.emf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7.xml"/><Relationship Id="rId18" Type="http://schemas.openxmlformats.org/officeDocument/2006/relationships/slideLayout" Target="../slideLayouts/slideLayout52.xml"/><Relationship Id="rId26" Type="http://schemas.openxmlformats.org/officeDocument/2006/relationships/slideLayout" Target="../slideLayouts/slideLayout60.xml"/><Relationship Id="rId3" Type="http://schemas.openxmlformats.org/officeDocument/2006/relationships/slideLayout" Target="../slideLayouts/slideLayout37.xml"/><Relationship Id="rId21" Type="http://schemas.openxmlformats.org/officeDocument/2006/relationships/slideLayout" Target="../slideLayouts/slideLayout55.xml"/><Relationship Id="rId34" Type="http://schemas.openxmlformats.org/officeDocument/2006/relationships/image" Target="../media/image21.svg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5" Type="http://schemas.openxmlformats.org/officeDocument/2006/relationships/slideLayout" Target="../slideLayouts/slideLayout59.xml"/><Relationship Id="rId33" Type="http://schemas.openxmlformats.org/officeDocument/2006/relationships/image" Target="../media/image3.png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20" Type="http://schemas.openxmlformats.org/officeDocument/2006/relationships/slideLayout" Target="../slideLayouts/slideLayout54.xml"/><Relationship Id="rId29" Type="http://schemas.openxmlformats.org/officeDocument/2006/relationships/tags" Target="../tags/tag41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24" Type="http://schemas.openxmlformats.org/officeDocument/2006/relationships/slideLayout" Target="../slideLayouts/slideLayout58.xml"/><Relationship Id="rId32" Type="http://schemas.openxmlformats.org/officeDocument/2006/relationships/image" Target="../media/image2.png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23" Type="http://schemas.openxmlformats.org/officeDocument/2006/relationships/slideLayout" Target="../slideLayouts/slideLayout57.xml"/><Relationship Id="rId28" Type="http://schemas.openxmlformats.org/officeDocument/2006/relationships/theme" Target="../theme/theme3.xml"/><Relationship Id="rId10" Type="http://schemas.openxmlformats.org/officeDocument/2006/relationships/slideLayout" Target="../slideLayouts/slideLayout44.xml"/><Relationship Id="rId19" Type="http://schemas.openxmlformats.org/officeDocument/2006/relationships/slideLayout" Target="../slideLayouts/slideLayout53.xml"/><Relationship Id="rId31" Type="http://schemas.openxmlformats.org/officeDocument/2006/relationships/image" Target="../media/image1.emf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Relationship Id="rId22" Type="http://schemas.openxmlformats.org/officeDocument/2006/relationships/slideLayout" Target="../slideLayouts/slideLayout56.xml"/><Relationship Id="rId27" Type="http://schemas.openxmlformats.org/officeDocument/2006/relationships/slideLayout" Target="../slideLayouts/slideLayout61.xml"/><Relationship Id="rId30" Type="http://schemas.openxmlformats.org/officeDocument/2006/relationships/oleObject" Target="../embeddings/oleObject6.bin"/><Relationship Id="rId8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56DEB62-C6B3-449A-924A-9DBF30BAFB3A}"/>
              </a:ext>
            </a:extLst>
          </p:cNvPr>
          <p:cNvGraphicFramePr>
            <a:graphicFrameLocks/>
          </p:cNvGraphicFramePr>
          <p:nvPr userDrawn="1">
            <p:custDataLst>
              <p:tags r:id="rId31"/>
            </p:custDataLst>
            <p:extLst>
              <p:ext uri="{D42A27DB-BD31-4B8C-83A1-F6EECF244321}">
                <p14:modId xmlns:p14="http://schemas.microsoft.com/office/powerpoint/2010/main" val="1918579695"/>
              </p:ext>
            </p:extLst>
          </p:nvPr>
        </p:nvGraphicFramePr>
        <p:xfrm>
          <a:off x="1927" y="1402"/>
          <a:ext cx="1924" cy="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2" imgW="592" imgH="591" progId="TCLayout.ActiveDocument.1">
                  <p:embed/>
                </p:oleObj>
              </mc:Choice>
              <mc:Fallback>
                <p:oleObj name="think-cell Slide" r:id="rId32" imgW="592" imgH="59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56DEB62-C6B3-449A-924A-9DBF30BAFB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927" y="1402"/>
                        <a:ext cx="1924" cy="1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Placeholder 28"/>
          <p:cNvSpPr>
            <a:spLocks noGrp="1"/>
          </p:cNvSpPr>
          <p:nvPr>
            <p:ph type="body" idx="1"/>
          </p:nvPr>
        </p:nvSpPr>
        <p:spPr>
          <a:xfrm>
            <a:off x="250522" y="1658121"/>
            <a:ext cx="11331873" cy="455754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Header</a:t>
            </a:r>
          </a:p>
          <a:p>
            <a:pPr lvl="3"/>
            <a:r>
              <a:rPr lang="en-US"/>
              <a:t>Bullet 1</a:t>
            </a:r>
          </a:p>
          <a:p>
            <a:pPr lvl="4"/>
            <a:r>
              <a:rPr lang="en-US"/>
              <a:t>Bullet 2</a:t>
            </a:r>
          </a:p>
          <a:p>
            <a:pPr lvl="5"/>
            <a:r>
              <a:rPr lang="en-US"/>
              <a:t>Bullet 3</a:t>
            </a:r>
          </a:p>
          <a:p>
            <a:pPr lvl="6"/>
            <a:r>
              <a:rPr lang="en-US"/>
              <a:t>Bullet 4</a:t>
            </a:r>
          </a:p>
          <a:p>
            <a:pPr lvl="7"/>
            <a:r>
              <a:rPr lang="en-US"/>
              <a:t>Number 1</a:t>
            </a:r>
          </a:p>
          <a:p>
            <a:pPr lvl="8"/>
            <a:r>
              <a:rPr lang="en-US"/>
              <a:t>Number 2</a:t>
            </a:r>
          </a:p>
        </p:txBody>
      </p:sp>
      <p:sp>
        <p:nvSpPr>
          <p:cNvPr id="28" name="Title Placeholder 27"/>
          <p:cNvSpPr>
            <a:spLocks noGrp="1"/>
          </p:cNvSpPr>
          <p:nvPr>
            <p:ph type="title"/>
          </p:nvPr>
        </p:nvSpPr>
        <p:spPr>
          <a:xfrm>
            <a:off x="250526" y="683184"/>
            <a:ext cx="11331873" cy="72432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SLIDE TITLE</a:t>
            </a:r>
          </a:p>
        </p:txBody>
      </p:sp>
      <p:pic>
        <p:nvPicPr>
          <p:cNvPr id="17" name="A&amp;M Tax full logo blue" hidden="1">
            <a:extLst>
              <a:ext uri="{FF2B5EF4-FFF2-40B4-BE49-F238E27FC236}">
                <a16:creationId xmlns:a16="http://schemas.microsoft.com/office/drawing/2014/main" id="{7CAFEEF9-7D4F-45EE-9526-B01629182FAE}"/>
              </a:ext>
            </a:extLst>
          </p:cNvPr>
          <p:cNvPicPr>
            <a:picLocks noChangeAspect="1"/>
          </p:cNvPicPr>
          <p:nvPr userDrawn="1"/>
        </p:nvPicPr>
        <p:blipFill>
          <a:blip r:embed="rId3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0295" y="6371249"/>
            <a:ext cx="1596047" cy="260874"/>
          </a:xfrm>
          <a:prstGeom prst="rect">
            <a:avLst/>
          </a:prstGeom>
        </p:spPr>
      </p:pic>
      <p:pic>
        <p:nvPicPr>
          <p:cNvPr id="18" name="A&amp;M standard full logo white" hidden="1">
            <a:extLst>
              <a:ext uri="{FF2B5EF4-FFF2-40B4-BE49-F238E27FC236}">
                <a16:creationId xmlns:a16="http://schemas.microsoft.com/office/drawing/2014/main" id="{9353AA0A-7CEF-44FD-BC9A-D73AB026D738}"/>
              </a:ext>
            </a:extLst>
          </p:cNvPr>
          <p:cNvPicPr>
            <a:picLocks noChangeAspect="1"/>
          </p:cNvPicPr>
          <p:nvPr userDrawn="1"/>
        </p:nvPicPr>
        <p:blipFill>
          <a:blip r:embed="rId3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13970" y="6496733"/>
            <a:ext cx="2183481" cy="126402"/>
          </a:xfrm>
          <a:prstGeom prst="rect">
            <a:avLst/>
          </a:prstGeom>
        </p:spPr>
      </p:pic>
      <p:pic>
        <p:nvPicPr>
          <p:cNvPr id="19" name="A&amp;M Tax full logo white" hidden="1">
            <a:extLst>
              <a:ext uri="{FF2B5EF4-FFF2-40B4-BE49-F238E27FC236}">
                <a16:creationId xmlns:a16="http://schemas.microsoft.com/office/drawing/2014/main" id="{B77CD99F-94AD-421D-B786-84D1A5AC580F}"/>
              </a:ext>
            </a:extLst>
          </p:cNvPr>
          <p:cNvPicPr>
            <a:picLocks noChangeAspect="1"/>
          </p:cNvPicPr>
          <p:nvPr userDrawn="1"/>
        </p:nvPicPr>
        <p:blipFill>
          <a:blip r:embed="rId3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0295" y="6371249"/>
            <a:ext cx="1596047" cy="260874"/>
          </a:xfrm>
          <a:prstGeom prst="rect">
            <a:avLst/>
          </a:prstGeom>
        </p:spPr>
      </p:pic>
      <p:sp>
        <p:nvSpPr>
          <p:cNvPr id="14" name="Footer Placeholder 11">
            <a:extLst>
              <a:ext uri="{FF2B5EF4-FFF2-40B4-BE49-F238E27FC236}">
                <a16:creationId xmlns:a16="http://schemas.microsoft.com/office/drawing/2014/main" id="{D1164BC8-6D8B-5BDF-BE86-BF1E26E431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2928" y="6309064"/>
            <a:ext cx="2969467" cy="24763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lang="en-US" sz="700" dirty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algn="r"/>
            <a:r>
              <a:rPr lang="en-US"/>
              <a:t>CONFIDENTIAL: NOT FOR DISTRIBUTION</a:t>
            </a:r>
            <a:endParaRPr lang="en-US" sz="7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D72228-5ECE-AD3D-D2B4-7ABF18A22F6C}"/>
              </a:ext>
            </a:extLst>
          </p:cNvPr>
          <p:cNvSpPr txBox="1"/>
          <p:nvPr userDrawn="1"/>
        </p:nvSpPr>
        <p:spPr>
          <a:xfrm>
            <a:off x="5596518" y="6296396"/>
            <a:ext cx="998965" cy="262618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/>
            <a:fld id="{2B6DA966-2A82-124D-BC00-C3EFAB87300C}" type="slidenum">
              <a:rPr lang="en-US" sz="800" smtClean="0">
                <a:solidFill>
                  <a:schemeClr val="tx1">
                    <a:lumMod val="50000"/>
                  </a:schemeClr>
                </a:solidFill>
              </a:rPr>
              <a:pPr algn="ctr"/>
              <a:t>‹#›</a:t>
            </a:fld>
            <a:endParaRPr lang="en-US" sz="800" err="1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D00946-46BB-6B08-C10F-6BA8B4C0AE2F}"/>
              </a:ext>
            </a:extLst>
          </p:cNvPr>
          <p:cNvCxnSpPr>
            <a:cxnSpLocks/>
          </p:cNvCxnSpPr>
          <p:nvPr userDrawn="1"/>
        </p:nvCxnSpPr>
        <p:spPr>
          <a:xfrm>
            <a:off x="11880258" y="0"/>
            <a:ext cx="0" cy="5076371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hlinkClick r:id="" action="ppaction://noaction"/>
            <a:extLst>
              <a:ext uri="{FF2B5EF4-FFF2-40B4-BE49-F238E27FC236}">
                <a16:creationId xmlns:a16="http://schemas.microsoft.com/office/drawing/2014/main" id="{9317E756-1605-C2C3-FB2B-8E6416FC59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 rot="16200000">
            <a:off x="11214503" y="5817704"/>
            <a:ext cx="1331511" cy="12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64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49" r:id="rId3"/>
    <p:sldLayoutId id="2147483685" r:id="rId4"/>
    <p:sldLayoutId id="2147483650" r:id="rId5"/>
    <p:sldLayoutId id="2147483695" r:id="rId6"/>
    <p:sldLayoutId id="2147483696" r:id="rId7"/>
    <p:sldLayoutId id="2147483689" r:id="rId8"/>
    <p:sldLayoutId id="2147483654" r:id="rId9"/>
    <p:sldLayoutId id="2147483690" r:id="rId10"/>
    <p:sldLayoutId id="2147483691" r:id="rId11"/>
    <p:sldLayoutId id="2147483770" r:id="rId12"/>
    <p:sldLayoutId id="2147483702" r:id="rId13"/>
    <p:sldLayoutId id="2147483699" r:id="rId14"/>
    <p:sldLayoutId id="2147483700" r:id="rId15"/>
    <p:sldLayoutId id="2147483659" r:id="rId16"/>
    <p:sldLayoutId id="2147483697" r:id="rId17"/>
    <p:sldLayoutId id="2147483698" r:id="rId18"/>
    <p:sldLayoutId id="2147483773" r:id="rId19"/>
    <p:sldLayoutId id="2147483771" r:id="rId20"/>
    <p:sldLayoutId id="2147483772" r:id="rId21"/>
    <p:sldLayoutId id="2147483670" r:id="rId22"/>
    <p:sldLayoutId id="2147483737" r:id="rId23"/>
    <p:sldLayoutId id="2147483769" r:id="rId24"/>
    <p:sldLayoutId id="2147483862" r:id="rId25"/>
    <p:sldLayoutId id="2147483863" r:id="rId26"/>
    <p:sldLayoutId id="2147483864" r:id="rId27"/>
    <p:sldLayoutId id="2147483895" r:id="rId28"/>
    <p:sldLayoutId id="2147483896" r:id="rId29"/>
  </p:sldLayoutIdLst>
  <p:hf sldNum="0" hdr="0" dt="0"/>
  <p:txStyles>
    <p:titleStyle>
      <a:lvl1pPr marL="0" algn="ctr" defTabSz="865721" rtl="0" eaLnBrk="1" latinLnBrk="0" hangingPunct="1">
        <a:lnSpc>
          <a:spcPct val="90000"/>
        </a:lnSpc>
        <a:spcBef>
          <a:spcPct val="0"/>
        </a:spcBef>
        <a:buNone/>
        <a:defRPr lang="en-GB" sz="2400" b="1" kern="1200" spc="100" baseline="0" dirty="0" smtClean="0">
          <a:solidFill>
            <a:schemeClr val="accent1"/>
          </a:solidFill>
          <a:latin typeface="+mj-lt"/>
          <a:ea typeface="+mn-ea"/>
          <a:cs typeface="Arial" panose="020B0604020202020204" pitchFamily="34" charset="0"/>
        </a:defRPr>
      </a:lvl1pPr>
    </p:titleStyle>
    <p:bodyStyle>
      <a:lvl1pPr marL="0" indent="0" algn="l" defTabSz="865721" rtl="0" eaLnBrk="1" latinLnBrk="0" hangingPunct="1">
        <a:spcBef>
          <a:spcPts val="0"/>
        </a:spcBef>
        <a:spcAft>
          <a:spcPts val="600"/>
        </a:spcAft>
        <a:buClrTx/>
        <a:buFont typeface="Arial" panose="020B0604020202020204" pitchFamily="34" charset="0"/>
        <a:buNone/>
        <a:defRPr sz="1200" b="1" kern="1200">
          <a:solidFill>
            <a:schemeClr val="tx1">
              <a:lumMod val="50000"/>
            </a:schemeClr>
          </a:solidFill>
          <a:latin typeface="+mj-lt"/>
          <a:ea typeface="+mn-ea"/>
          <a:cs typeface="+mn-cs"/>
        </a:defRPr>
      </a:lvl1pPr>
      <a:lvl2pPr marL="0" indent="0" algn="l" defTabSz="865721" rtl="0" eaLnBrk="1" latinLnBrk="0" hangingPunct="1">
        <a:spcBef>
          <a:spcPts val="0"/>
        </a:spcBef>
        <a:spcAft>
          <a:spcPts val="600"/>
        </a:spcAft>
        <a:buClrTx/>
        <a:buFont typeface="Arial" panose="020B0604020202020204" pitchFamily="34" charset="0"/>
        <a:buNone/>
        <a:defRPr sz="1200" b="1" kern="1200" cap="none" baseline="0">
          <a:solidFill>
            <a:schemeClr val="tx1">
              <a:lumMod val="50000"/>
            </a:schemeClr>
          </a:solidFill>
          <a:latin typeface="+mj-lt"/>
          <a:ea typeface="+mn-ea"/>
          <a:cs typeface="+mn-cs"/>
        </a:defRPr>
      </a:lvl2pPr>
      <a:lvl3pPr marL="1319" indent="0" algn="l" defTabSz="865721" rtl="0" eaLnBrk="1" latinLnBrk="0" hangingPunct="1">
        <a:spcBef>
          <a:spcPts val="0"/>
        </a:spcBef>
        <a:spcAft>
          <a:spcPts val="600"/>
        </a:spcAft>
        <a:buClrTx/>
        <a:buFont typeface="Arial" panose="020B0604020202020204" pitchFamily="34" charset="0"/>
        <a:buNone/>
        <a:defRPr sz="12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162009" indent="-162009" algn="l" defTabSz="865721" rtl="0" eaLnBrk="1" latinLnBrk="0" hangingPunct="1">
        <a:spcBef>
          <a:spcPts val="0"/>
        </a:spcBef>
        <a:spcAft>
          <a:spcPts val="600"/>
        </a:spcAft>
        <a:buClrTx/>
        <a:buFont typeface="Wingdings" panose="05000000000000000000" pitchFamily="2" charset="2"/>
        <a:buChar char="§"/>
        <a:defRPr sz="12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4pPr>
      <a:lvl5pPr marL="317664" indent="-155655" algn="l" defTabSz="865721" rtl="0" eaLnBrk="1" latinLnBrk="0" hangingPunct="1">
        <a:spcBef>
          <a:spcPts val="0"/>
        </a:spcBef>
        <a:spcAft>
          <a:spcPts val="600"/>
        </a:spcAft>
        <a:buClrTx/>
        <a:buFont typeface="Segoe UI" panose="020B0502040204020203" pitchFamily="34" charset="0"/>
        <a:buChar char="–"/>
        <a:defRPr sz="12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5pPr>
      <a:lvl6pPr marL="476275" indent="-161095" algn="l" defTabSz="865721" rtl="0" eaLnBrk="1" latinLnBrk="0" hangingPunct="1">
        <a:spcBef>
          <a:spcPts val="0"/>
        </a:spcBef>
        <a:spcAft>
          <a:spcPts val="600"/>
        </a:spcAft>
        <a:buClrTx/>
        <a:buFont typeface="Courier New" panose="02070309020205020404" pitchFamily="49" charset="0"/>
        <a:buChar char="o"/>
        <a:defRPr sz="12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6pPr>
      <a:lvl7pPr marL="637369" indent="-161095" algn="l" defTabSz="865721" rtl="0" eaLnBrk="1" latinLnBrk="0" hangingPunct="1"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2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7pPr>
      <a:lvl8pPr marL="161095" indent="-161095" algn="l" defTabSz="865721" rtl="0" eaLnBrk="1" latinLnBrk="0" hangingPunct="1">
        <a:spcBef>
          <a:spcPts val="0"/>
        </a:spcBef>
        <a:spcAft>
          <a:spcPts val="600"/>
        </a:spcAft>
        <a:buClrTx/>
        <a:buFont typeface="+mj-lt"/>
        <a:buAutoNum type="arabicPeriod"/>
        <a:defRPr sz="12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8pPr>
      <a:lvl9pPr marL="313781" indent="-152690" algn="l" defTabSz="865721" rtl="0" eaLnBrk="1" latinLnBrk="0" hangingPunct="1">
        <a:spcBef>
          <a:spcPts val="0"/>
        </a:spcBef>
        <a:spcAft>
          <a:spcPts val="600"/>
        </a:spcAft>
        <a:buClrTx/>
        <a:buFont typeface="+mj-lt"/>
        <a:buAutoNum type="alphaLcPeriod"/>
        <a:defRPr sz="12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5721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1pPr>
      <a:lvl2pPr marL="432860" algn="l" defTabSz="865721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2pPr>
      <a:lvl3pPr marL="865721" algn="l" defTabSz="865721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3pPr>
      <a:lvl4pPr marL="1298582" algn="l" defTabSz="865721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4pPr>
      <a:lvl5pPr marL="1731443" algn="l" defTabSz="865721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5pPr>
      <a:lvl6pPr marL="2164303" algn="l" defTabSz="865721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6pPr>
      <a:lvl7pPr marL="2597164" algn="l" defTabSz="865721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7pPr>
      <a:lvl8pPr marL="3030024" algn="l" defTabSz="865721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8pPr>
      <a:lvl9pPr marL="3462884" algn="l" defTabSz="865721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0" userDrawn="1">
          <p15:clr>
            <a:srgbClr val="F26B43"/>
          </p15:clr>
        </p15:guide>
        <p15:guide id="2" pos="375" userDrawn="1">
          <p15:clr>
            <a:srgbClr val="F26B43"/>
          </p15:clr>
        </p15:guide>
        <p15:guide id="3" pos="7305" userDrawn="1">
          <p15:clr>
            <a:srgbClr val="F26B43"/>
          </p15:clr>
        </p15:guide>
        <p15:guide id="4" orient="horz" pos="4128" userDrawn="1">
          <p15:clr>
            <a:srgbClr val="F26B43"/>
          </p15:clr>
        </p15:guide>
        <p15:guide id="6" pos="3737" userDrawn="1">
          <p15:clr>
            <a:srgbClr val="F26B43"/>
          </p15:clr>
        </p15:guide>
        <p15:guide id="7" pos="3945" userDrawn="1">
          <p15:clr>
            <a:srgbClr val="F26B43"/>
          </p15:clr>
        </p15:guide>
        <p15:guide id="8" orient="horz" pos="854" userDrawn="1">
          <p15:clr>
            <a:srgbClr val="F26B43"/>
          </p15:clr>
        </p15:guide>
        <p15:guide id="9" orient="horz" pos="391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F6DCA302-7C82-CD9C-E800-045D763BC18E}"/>
              </a:ext>
            </a:extLst>
          </p:cNvPr>
          <p:cNvGraphicFramePr>
            <a:graphicFrameLocks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24492433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84" imgH="486" progId="TCLayout.ActiveDocument.1">
                  <p:embed/>
                </p:oleObj>
              </mc:Choice>
              <mc:Fallback>
                <p:oleObj name="think-cell Slide" r:id="rId8" imgW="484" imgH="48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6DCA302-7C82-CD9C-E800-045D763BC1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re 3">
            <a:extLst>
              <a:ext uri="{FF2B5EF4-FFF2-40B4-BE49-F238E27FC236}">
                <a16:creationId xmlns:a16="http://schemas.microsoft.com/office/drawing/2014/main" id="{4799C3B5-BD64-6C77-A6E4-E01311222389}"/>
              </a:ext>
            </a:extLst>
          </p:cNvPr>
          <p:cNvSpPr txBox="1">
            <a:spLocks/>
          </p:cNvSpPr>
          <p:nvPr userDrawn="1"/>
        </p:nvSpPr>
        <p:spPr>
          <a:xfrm>
            <a:off x="814917" y="2204864"/>
            <a:ext cx="10488514" cy="44319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fr-FR"/>
            </a:defPPr>
            <a:lvl1pPr lvl="0" defTabSz="914400">
              <a:lnSpc>
                <a:spcPct val="90000"/>
              </a:lnSpc>
              <a:spcBef>
                <a:spcPct val="0"/>
              </a:spcBef>
              <a:buNone/>
              <a:defRPr lang="en-US" sz="3200" dirty="0"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lvl="0" algn="ctr"/>
            <a:r>
              <a:rPr lang="en-US" sz="2903" noProof="0">
                <a:solidFill>
                  <a:srgbClr val="FF4747"/>
                </a:solidFill>
              </a:rPr>
              <a:t>HOW TO CUSTOMIZE YOUR AGENDA</a:t>
            </a:r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43E7420C-7CD0-C3F7-2E54-35C2904FD556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5896" y="479804"/>
            <a:ext cx="1920213" cy="14370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F12C5E-D9CD-586A-B484-32A6C1BA0788}"/>
              </a:ext>
            </a:extLst>
          </p:cNvPr>
          <p:cNvSpPr txBox="1"/>
          <p:nvPr userDrawn="1"/>
        </p:nvSpPr>
        <p:spPr>
          <a:xfrm>
            <a:off x="814917" y="2996954"/>
            <a:ext cx="10488514" cy="1209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07386" indent="-207386" algn="l">
              <a:buFont typeface="+mj-lt"/>
              <a:buAutoNum type="arabicPeriod"/>
            </a:pPr>
            <a:r>
              <a:rPr lang="en-US" sz="1814" b="0" i="0" noProof="0">
                <a:solidFill>
                  <a:srgbClr val="242424"/>
                </a:solidFill>
                <a:effectLst/>
                <a:latin typeface="Arial" panose="020B0604020202020204" pitchFamily="34" charset="0"/>
              </a:rPr>
              <a:t>ADJUST FORMAT OF THE AGENDA SHAPES IN THE LAYOUTS BELOW</a:t>
            </a:r>
          </a:p>
          <a:p>
            <a:pPr marL="207386" indent="-207386" algn="l">
              <a:buFont typeface="+mj-lt"/>
              <a:buAutoNum type="arabicPeriod"/>
            </a:pPr>
            <a:r>
              <a:rPr lang="en-US" sz="1814" b="0" i="0" noProof="0">
                <a:solidFill>
                  <a:srgbClr val="242424"/>
                </a:solidFill>
                <a:effectLst/>
                <a:latin typeface="Arial" panose="020B0604020202020204" pitchFamily="34" charset="0"/>
              </a:rPr>
              <a:t>USE THE PREVIEW TO CHECK THAT EVERYTHING FITS!</a:t>
            </a:r>
            <a:br>
              <a:rPr lang="en-US" sz="1814" b="0" i="0" noProof="0">
                <a:solidFill>
                  <a:srgbClr val="242424"/>
                </a:solidFill>
                <a:effectLst/>
                <a:latin typeface="Arial" panose="020B0604020202020204" pitchFamily="34" charset="0"/>
              </a:rPr>
            </a:br>
            <a:br>
              <a:rPr lang="en-US" sz="1814" b="0" i="0" noProof="0">
                <a:solidFill>
                  <a:srgbClr val="242424"/>
                </a:solidFill>
                <a:effectLst/>
                <a:latin typeface="Arial" panose="020B0604020202020204" pitchFamily="34" charset="0"/>
              </a:rPr>
            </a:br>
            <a:r>
              <a:rPr lang="en-US" sz="1814" b="0" i="0" noProof="0">
                <a:solidFill>
                  <a:srgbClr val="242424"/>
                </a:solidFill>
                <a:effectLst/>
                <a:latin typeface="Arial" panose="020B0604020202020204" pitchFamily="34" charset="0"/>
              </a:rPr>
              <a:t>DO NOT DELETE ANY SHAPE</a:t>
            </a:r>
          </a:p>
        </p:txBody>
      </p:sp>
    </p:spTree>
    <p:extLst>
      <p:ext uri="{BB962C8B-B14F-4D97-AF65-F5344CB8AC3E}">
        <p14:creationId xmlns:p14="http://schemas.microsoft.com/office/powerpoint/2010/main" val="3286613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</p:sldLayoutIdLst>
  <p:hf sldNum="0" hdr="0" dt="0"/>
  <p:txStyles>
    <p:titleStyle>
      <a:lvl1pPr marL="0" algn="ctr" defTabSz="865721" rtl="0" eaLnBrk="1" latinLnBrk="0" hangingPunct="1">
        <a:lnSpc>
          <a:spcPct val="90000"/>
        </a:lnSpc>
        <a:spcBef>
          <a:spcPct val="0"/>
        </a:spcBef>
        <a:buNone/>
        <a:defRPr lang="en-GB" sz="2400" b="1" kern="1200" spc="100" baseline="0" dirty="0" smtClean="0">
          <a:solidFill>
            <a:schemeClr val="accent1"/>
          </a:solidFill>
          <a:latin typeface="+mj-lt"/>
          <a:ea typeface="+mn-ea"/>
          <a:cs typeface="Arial" panose="020B0604020202020204" pitchFamily="34" charset="0"/>
        </a:defRPr>
      </a:lvl1pPr>
    </p:titleStyle>
    <p:bodyStyle>
      <a:lvl1pPr marL="0" indent="0" algn="l" defTabSz="865721" rtl="0" eaLnBrk="1" latinLnBrk="0" hangingPunct="1">
        <a:spcBef>
          <a:spcPts val="0"/>
        </a:spcBef>
        <a:spcAft>
          <a:spcPts val="600"/>
        </a:spcAft>
        <a:buClrTx/>
        <a:buFont typeface="Arial" panose="020B0604020202020204" pitchFamily="34" charset="0"/>
        <a:buNone/>
        <a:defRPr sz="1200" b="1" kern="1200">
          <a:solidFill>
            <a:schemeClr val="tx1">
              <a:lumMod val="50000"/>
            </a:schemeClr>
          </a:solidFill>
          <a:latin typeface="+mj-lt"/>
          <a:ea typeface="+mn-ea"/>
          <a:cs typeface="+mn-cs"/>
        </a:defRPr>
      </a:lvl1pPr>
      <a:lvl2pPr marL="0" indent="0" algn="l" defTabSz="865721" rtl="0" eaLnBrk="1" latinLnBrk="0" hangingPunct="1">
        <a:spcBef>
          <a:spcPts val="0"/>
        </a:spcBef>
        <a:spcAft>
          <a:spcPts val="600"/>
        </a:spcAft>
        <a:buClrTx/>
        <a:buFont typeface="Arial" panose="020B0604020202020204" pitchFamily="34" charset="0"/>
        <a:buNone/>
        <a:defRPr sz="1200" b="1" kern="1200" cap="none" baseline="0">
          <a:solidFill>
            <a:schemeClr val="tx1">
              <a:lumMod val="50000"/>
            </a:schemeClr>
          </a:solidFill>
          <a:latin typeface="+mj-lt"/>
          <a:ea typeface="+mn-ea"/>
          <a:cs typeface="+mn-cs"/>
        </a:defRPr>
      </a:lvl2pPr>
      <a:lvl3pPr marL="1319" indent="0" algn="l" defTabSz="865721" rtl="0" eaLnBrk="1" latinLnBrk="0" hangingPunct="1">
        <a:spcBef>
          <a:spcPts val="0"/>
        </a:spcBef>
        <a:spcAft>
          <a:spcPts val="600"/>
        </a:spcAft>
        <a:buClrTx/>
        <a:buFont typeface="Arial" panose="020B0604020202020204" pitchFamily="34" charset="0"/>
        <a:buNone/>
        <a:defRPr sz="12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162009" indent="-162009" algn="l" defTabSz="865721" rtl="0" eaLnBrk="1" latinLnBrk="0" hangingPunct="1">
        <a:spcBef>
          <a:spcPts val="0"/>
        </a:spcBef>
        <a:spcAft>
          <a:spcPts val="600"/>
        </a:spcAft>
        <a:buClrTx/>
        <a:buFont typeface="Wingdings" panose="05000000000000000000" pitchFamily="2" charset="2"/>
        <a:buChar char="§"/>
        <a:defRPr sz="12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4pPr>
      <a:lvl5pPr marL="317664" indent="-155655" algn="l" defTabSz="865721" rtl="0" eaLnBrk="1" latinLnBrk="0" hangingPunct="1">
        <a:spcBef>
          <a:spcPts val="0"/>
        </a:spcBef>
        <a:spcAft>
          <a:spcPts val="600"/>
        </a:spcAft>
        <a:buClrTx/>
        <a:buFont typeface="Segoe UI" panose="020B0502040204020203" pitchFamily="34" charset="0"/>
        <a:buChar char="–"/>
        <a:defRPr sz="12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5pPr>
      <a:lvl6pPr marL="476275" indent="-161095" algn="l" defTabSz="865721" rtl="0" eaLnBrk="1" latinLnBrk="0" hangingPunct="1">
        <a:spcBef>
          <a:spcPts val="0"/>
        </a:spcBef>
        <a:spcAft>
          <a:spcPts val="600"/>
        </a:spcAft>
        <a:buClrTx/>
        <a:buFont typeface="Courier New" panose="02070309020205020404" pitchFamily="49" charset="0"/>
        <a:buChar char="o"/>
        <a:defRPr sz="12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6pPr>
      <a:lvl7pPr marL="637369" indent="-161095" algn="l" defTabSz="865721" rtl="0" eaLnBrk="1" latinLnBrk="0" hangingPunct="1"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2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7pPr>
      <a:lvl8pPr marL="161095" indent="-161095" algn="l" defTabSz="865721" rtl="0" eaLnBrk="1" latinLnBrk="0" hangingPunct="1">
        <a:spcBef>
          <a:spcPts val="0"/>
        </a:spcBef>
        <a:spcAft>
          <a:spcPts val="600"/>
        </a:spcAft>
        <a:buClrTx/>
        <a:buFont typeface="+mj-lt"/>
        <a:buAutoNum type="arabicPeriod"/>
        <a:defRPr sz="12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8pPr>
      <a:lvl9pPr marL="313781" indent="-152690" algn="l" defTabSz="865721" rtl="0" eaLnBrk="1" latinLnBrk="0" hangingPunct="1">
        <a:spcBef>
          <a:spcPts val="0"/>
        </a:spcBef>
        <a:spcAft>
          <a:spcPts val="600"/>
        </a:spcAft>
        <a:buClrTx/>
        <a:buFont typeface="+mj-lt"/>
        <a:buAutoNum type="alphaLcPeriod"/>
        <a:defRPr sz="12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5721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1pPr>
      <a:lvl2pPr marL="432860" algn="l" defTabSz="865721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2pPr>
      <a:lvl3pPr marL="865721" algn="l" defTabSz="865721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3pPr>
      <a:lvl4pPr marL="1298582" algn="l" defTabSz="865721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4pPr>
      <a:lvl5pPr marL="1731443" algn="l" defTabSz="865721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5pPr>
      <a:lvl6pPr marL="2164303" algn="l" defTabSz="865721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6pPr>
      <a:lvl7pPr marL="2597164" algn="l" defTabSz="865721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7pPr>
      <a:lvl8pPr marL="3030024" algn="l" defTabSz="865721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8pPr>
      <a:lvl9pPr marL="3462884" algn="l" defTabSz="865721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68" userDrawn="1">
          <p15:clr>
            <a:srgbClr val="F26B43"/>
          </p15:clr>
        </p15:guide>
        <p15:guide id="2" pos="376" userDrawn="1">
          <p15:clr>
            <a:srgbClr val="F26B43"/>
          </p15:clr>
        </p15:guide>
        <p15:guide id="3" pos="7304" userDrawn="1">
          <p15:clr>
            <a:srgbClr val="F26B43"/>
          </p15:clr>
        </p15:guide>
        <p15:guide id="4" orient="horz" pos="4128" userDrawn="1">
          <p15:clr>
            <a:srgbClr val="F26B43"/>
          </p15:clr>
        </p15:guide>
        <p15:guide id="5" pos="3736" userDrawn="1">
          <p15:clr>
            <a:srgbClr val="F26B43"/>
          </p15:clr>
        </p15:guide>
        <p15:guide id="6" pos="3944" userDrawn="1">
          <p15:clr>
            <a:srgbClr val="F26B43"/>
          </p15:clr>
        </p15:guide>
        <p15:guide id="7" orient="horz" pos="856" userDrawn="1">
          <p15:clr>
            <a:srgbClr val="F26B43"/>
          </p15:clr>
        </p15:guide>
        <p15:guide id="8" orient="horz" pos="3912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56DEB62-C6B3-449A-924A-9DBF30BAFB3A}"/>
              </a:ext>
            </a:extLst>
          </p:cNvPr>
          <p:cNvGraphicFramePr>
            <a:graphicFrameLocks/>
          </p:cNvGraphicFramePr>
          <p:nvPr userDrawn="1">
            <p:custDataLst>
              <p:tags r:id="rId29"/>
            </p:custDataLst>
          </p:nvPr>
        </p:nvGraphicFramePr>
        <p:xfrm>
          <a:off x="1927" y="1402"/>
          <a:ext cx="1924" cy="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0" imgW="592" imgH="591" progId="TCLayout.ActiveDocument.1">
                  <p:embed/>
                </p:oleObj>
              </mc:Choice>
              <mc:Fallback>
                <p:oleObj name="think-cell Slide" r:id="rId30" imgW="592" imgH="59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56DEB62-C6B3-449A-924A-9DBF30BAFB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927" y="1402"/>
                        <a:ext cx="1924" cy="1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Placeholder 28"/>
          <p:cNvSpPr>
            <a:spLocks noGrp="1"/>
          </p:cNvSpPr>
          <p:nvPr>
            <p:ph type="body" idx="1"/>
          </p:nvPr>
        </p:nvSpPr>
        <p:spPr>
          <a:xfrm>
            <a:off x="250522" y="1658121"/>
            <a:ext cx="11331873" cy="455754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Header</a:t>
            </a:r>
          </a:p>
          <a:p>
            <a:pPr lvl="3"/>
            <a:r>
              <a:rPr lang="en-US"/>
              <a:t>Bullet 1</a:t>
            </a:r>
          </a:p>
          <a:p>
            <a:pPr lvl="4"/>
            <a:r>
              <a:rPr lang="en-US"/>
              <a:t>Bullet 2</a:t>
            </a:r>
          </a:p>
          <a:p>
            <a:pPr lvl="5"/>
            <a:r>
              <a:rPr lang="en-US"/>
              <a:t>Bullet 3</a:t>
            </a:r>
          </a:p>
          <a:p>
            <a:pPr lvl="6"/>
            <a:r>
              <a:rPr lang="en-US"/>
              <a:t>Bullet 4</a:t>
            </a:r>
          </a:p>
          <a:p>
            <a:pPr lvl="7"/>
            <a:r>
              <a:rPr lang="en-US"/>
              <a:t>Number 1</a:t>
            </a:r>
          </a:p>
          <a:p>
            <a:pPr lvl="8"/>
            <a:r>
              <a:rPr lang="en-US"/>
              <a:t>Number 2</a:t>
            </a:r>
          </a:p>
        </p:txBody>
      </p:sp>
      <p:sp>
        <p:nvSpPr>
          <p:cNvPr id="28" name="Title Placeholder 27"/>
          <p:cNvSpPr>
            <a:spLocks noGrp="1"/>
          </p:cNvSpPr>
          <p:nvPr>
            <p:ph type="title"/>
          </p:nvPr>
        </p:nvSpPr>
        <p:spPr>
          <a:xfrm>
            <a:off x="250526" y="683184"/>
            <a:ext cx="11331873" cy="72432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SLIDE TITLE</a:t>
            </a:r>
          </a:p>
        </p:txBody>
      </p:sp>
      <p:pic>
        <p:nvPicPr>
          <p:cNvPr id="17" name="A&amp;M Tax full logo blue" hidden="1">
            <a:extLst>
              <a:ext uri="{FF2B5EF4-FFF2-40B4-BE49-F238E27FC236}">
                <a16:creationId xmlns:a16="http://schemas.microsoft.com/office/drawing/2014/main" id="{7CAFEEF9-7D4F-45EE-9526-B01629182FAE}"/>
              </a:ext>
            </a:extLst>
          </p:cNvPr>
          <p:cNvPicPr>
            <a:picLocks noChangeAspect="1"/>
          </p:cNvPicPr>
          <p:nvPr userDrawn="1"/>
        </p:nvPicPr>
        <p:blipFill>
          <a:blip r:embed="rId3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0295" y="6371249"/>
            <a:ext cx="1596047" cy="260874"/>
          </a:xfrm>
          <a:prstGeom prst="rect">
            <a:avLst/>
          </a:prstGeom>
        </p:spPr>
      </p:pic>
      <p:pic>
        <p:nvPicPr>
          <p:cNvPr id="18" name="A&amp;M standard full logo white" hidden="1">
            <a:extLst>
              <a:ext uri="{FF2B5EF4-FFF2-40B4-BE49-F238E27FC236}">
                <a16:creationId xmlns:a16="http://schemas.microsoft.com/office/drawing/2014/main" id="{9353AA0A-7CEF-44FD-BC9A-D73AB026D738}"/>
              </a:ext>
            </a:extLst>
          </p:cNvPr>
          <p:cNvPicPr>
            <a:picLocks noChangeAspect="1"/>
          </p:cNvPicPr>
          <p:nvPr userDrawn="1"/>
        </p:nvPicPr>
        <p:blipFill>
          <a:blip r:embed="rId3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13970" y="6496733"/>
            <a:ext cx="2183481" cy="126402"/>
          </a:xfrm>
          <a:prstGeom prst="rect">
            <a:avLst/>
          </a:prstGeom>
        </p:spPr>
      </p:pic>
      <p:pic>
        <p:nvPicPr>
          <p:cNvPr id="19" name="A&amp;M Tax full logo white" hidden="1">
            <a:extLst>
              <a:ext uri="{FF2B5EF4-FFF2-40B4-BE49-F238E27FC236}">
                <a16:creationId xmlns:a16="http://schemas.microsoft.com/office/drawing/2014/main" id="{B77CD99F-94AD-421D-B786-84D1A5AC580F}"/>
              </a:ext>
            </a:extLst>
          </p:cNvPr>
          <p:cNvPicPr>
            <a:picLocks noChangeAspect="1"/>
          </p:cNvPicPr>
          <p:nvPr userDrawn="1"/>
        </p:nvPicPr>
        <p:blipFill>
          <a:blip r:embed="rId3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0295" y="6371249"/>
            <a:ext cx="1596047" cy="260874"/>
          </a:xfrm>
          <a:prstGeom prst="rect">
            <a:avLst/>
          </a:prstGeom>
        </p:spPr>
      </p:pic>
      <p:sp>
        <p:nvSpPr>
          <p:cNvPr id="14" name="Footer Placeholder 11">
            <a:extLst>
              <a:ext uri="{FF2B5EF4-FFF2-40B4-BE49-F238E27FC236}">
                <a16:creationId xmlns:a16="http://schemas.microsoft.com/office/drawing/2014/main" id="{D1164BC8-6D8B-5BDF-BE86-BF1E26E431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2928" y="6309064"/>
            <a:ext cx="2969467" cy="24763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lang="en-US" sz="700" dirty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algn="r"/>
            <a:r>
              <a:rPr lang="en-US"/>
              <a:t>CONFIDENTIAL: NOT FOR DISTRIBUTION</a:t>
            </a:r>
            <a:endParaRPr lang="en-US" sz="7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D72228-5ECE-AD3D-D2B4-7ABF18A22F6C}"/>
              </a:ext>
            </a:extLst>
          </p:cNvPr>
          <p:cNvSpPr txBox="1"/>
          <p:nvPr userDrawn="1"/>
        </p:nvSpPr>
        <p:spPr>
          <a:xfrm>
            <a:off x="5596518" y="6296396"/>
            <a:ext cx="998965" cy="262618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/>
            <a:fld id="{2B6DA966-2A82-124D-BC00-C3EFAB87300C}" type="slidenum">
              <a:rPr lang="en-US" sz="800" smtClean="0">
                <a:solidFill>
                  <a:schemeClr val="tx1">
                    <a:lumMod val="50000"/>
                  </a:schemeClr>
                </a:solidFill>
              </a:rPr>
              <a:pPr algn="ctr"/>
              <a:t>‹#›</a:t>
            </a:fld>
            <a:endParaRPr lang="en-US" sz="800" err="1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D00946-46BB-6B08-C10F-6BA8B4C0AE2F}"/>
              </a:ext>
            </a:extLst>
          </p:cNvPr>
          <p:cNvCxnSpPr>
            <a:cxnSpLocks/>
          </p:cNvCxnSpPr>
          <p:nvPr userDrawn="1"/>
        </p:nvCxnSpPr>
        <p:spPr>
          <a:xfrm>
            <a:off x="11880258" y="0"/>
            <a:ext cx="0" cy="5076371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hlinkClick r:id="" action="ppaction://noaction"/>
            <a:extLst>
              <a:ext uri="{FF2B5EF4-FFF2-40B4-BE49-F238E27FC236}">
                <a16:creationId xmlns:a16="http://schemas.microsoft.com/office/drawing/2014/main" id="{9317E756-1605-C2C3-FB2B-8E6416FC59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 rot="16200000">
            <a:off x="11214503" y="5817704"/>
            <a:ext cx="1331511" cy="12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64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7" r:id="rId2"/>
    <p:sldLayoutId id="2147483868" r:id="rId3"/>
    <p:sldLayoutId id="2147483869" r:id="rId4"/>
    <p:sldLayoutId id="2147483870" r:id="rId5"/>
    <p:sldLayoutId id="2147483871" r:id="rId6"/>
    <p:sldLayoutId id="2147483872" r:id="rId7"/>
    <p:sldLayoutId id="2147483873" r:id="rId8"/>
    <p:sldLayoutId id="2147483874" r:id="rId9"/>
    <p:sldLayoutId id="2147483875" r:id="rId10"/>
    <p:sldLayoutId id="2147483876" r:id="rId11"/>
    <p:sldLayoutId id="2147483877" r:id="rId12"/>
    <p:sldLayoutId id="2147483878" r:id="rId13"/>
    <p:sldLayoutId id="2147483879" r:id="rId14"/>
    <p:sldLayoutId id="2147483880" r:id="rId15"/>
    <p:sldLayoutId id="2147483881" r:id="rId16"/>
    <p:sldLayoutId id="2147483882" r:id="rId17"/>
    <p:sldLayoutId id="2147483883" r:id="rId18"/>
    <p:sldLayoutId id="2147483884" r:id="rId19"/>
    <p:sldLayoutId id="2147483885" r:id="rId20"/>
    <p:sldLayoutId id="2147483886" r:id="rId21"/>
    <p:sldLayoutId id="2147483887" r:id="rId22"/>
    <p:sldLayoutId id="2147483888" r:id="rId23"/>
    <p:sldLayoutId id="2147483889" r:id="rId24"/>
    <p:sldLayoutId id="2147483890" r:id="rId25"/>
    <p:sldLayoutId id="2147483891" r:id="rId26"/>
    <p:sldLayoutId id="2147483892" r:id="rId27"/>
  </p:sldLayoutIdLst>
  <p:hf sldNum="0" hdr="0" dt="0"/>
  <p:txStyles>
    <p:titleStyle>
      <a:lvl1pPr marL="0" algn="ctr" defTabSz="865721" rtl="0" eaLnBrk="1" latinLnBrk="0" hangingPunct="1">
        <a:lnSpc>
          <a:spcPct val="90000"/>
        </a:lnSpc>
        <a:spcBef>
          <a:spcPct val="0"/>
        </a:spcBef>
        <a:buNone/>
        <a:defRPr lang="en-GB" sz="2400" b="1" kern="1200" spc="100" baseline="0" dirty="0" smtClean="0">
          <a:solidFill>
            <a:schemeClr val="accent1"/>
          </a:solidFill>
          <a:latin typeface="+mj-lt"/>
          <a:ea typeface="+mn-ea"/>
          <a:cs typeface="Arial" panose="020B0604020202020204" pitchFamily="34" charset="0"/>
        </a:defRPr>
      </a:lvl1pPr>
    </p:titleStyle>
    <p:bodyStyle>
      <a:lvl1pPr marL="0" indent="0" algn="l" defTabSz="865721" rtl="0" eaLnBrk="1" latinLnBrk="0" hangingPunct="1">
        <a:spcBef>
          <a:spcPts val="0"/>
        </a:spcBef>
        <a:spcAft>
          <a:spcPts val="600"/>
        </a:spcAft>
        <a:buClrTx/>
        <a:buFont typeface="Arial" panose="020B0604020202020204" pitchFamily="34" charset="0"/>
        <a:buNone/>
        <a:defRPr sz="1200" b="1" kern="1200">
          <a:solidFill>
            <a:schemeClr val="tx1">
              <a:lumMod val="50000"/>
            </a:schemeClr>
          </a:solidFill>
          <a:latin typeface="+mj-lt"/>
          <a:ea typeface="+mn-ea"/>
          <a:cs typeface="+mn-cs"/>
        </a:defRPr>
      </a:lvl1pPr>
      <a:lvl2pPr marL="0" indent="0" algn="l" defTabSz="865721" rtl="0" eaLnBrk="1" latinLnBrk="0" hangingPunct="1">
        <a:spcBef>
          <a:spcPts val="0"/>
        </a:spcBef>
        <a:spcAft>
          <a:spcPts val="600"/>
        </a:spcAft>
        <a:buClrTx/>
        <a:buFont typeface="Arial" panose="020B0604020202020204" pitchFamily="34" charset="0"/>
        <a:buNone/>
        <a:defRPr sz="1200" b="1" kern="1200" cap="none" baseline="0">
          <a:solidFill>
            <a:schemeClr val="tx1">
              <a:lumMod val="50000"/>
            </a:schemeClr>
          </a:solidFill>
          <a:latin typeface="+mj-lt"/>
          <a:ea typeface="+mn-ea"/>
          <a:cs typeface="+mn-cs"/>
        </a:defRPr>
      </a:lvl2pPr>
      <a:lvl3pPr marL="1319" indent="0" algn="l" defTabSz="865721" rtl="0" eaLnBrk="1" latinLnBrk="0" hangingPunct="1">
        <a:spcBef>
          <a:spcPts val="0"/>
        </a:spcBef>
        <a:spcAft>
          <a:spcPts val="600"/>
        </a:spcAft>
        <a:buClrTx/>
        <a:buFont typeface="Arial" panose="020B0604020202020204" pitchFamily="34" charset="0"/>
        <a:buNone/>
        <a:defRPr sz="12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162009" indent="-162009" algn="l" defTabSz="865721" rtl="0" eaLnBrk="1" latinLnBrk="0" hangingPunct="1">
        <a:spcBef>
          <a:spcPts val="0"/>
        </a:spcBef>
        <a:spcAft>
          <a:spcPts val="600"/>
        </a:spcAft>
        <a:buClrTx/>
        <a:buFont typeface="Wingdings" panose="05000000000000000000" pitchFamily="2" charset="2"/>
        <a:buChar char="§"/>
        <a:defRPr sz="12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4pPr>
      <a:lvl5pPr marL="317664" indent="-155655" algn="l" defTabSz="865721" rtl="0" eaLnBrk="1" latinLnBrk="0" hangingPunct="1">
        <a:spcBef>
          <a:spcPts val="0"/>
        </a:spcBef>
        <a:spcAft>
          <a:spcPts val="600"/>
        </a:spcAft>
        <a:buClrTx/>
        <a:buFont typeface="Segoe UI" panose="020B0502040204020203" pitchFamily="34" charset="0"/>
        <a:buChar char="–"/>
        <a:defRPr sz="12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5pPr>
      <a:lvl6pPr marL="476275" indent="-161095" algn="l" defTabSz="865721" rtl="0" eaLnBrk="1" latinLnBrk="0" hangingPunct="1">
        <a:spcBef>
          <a:spcPts val="0"/>
        </a:spcBef>
        <a:spcAft>
          <a:spcPts val="600"/>
        </a:spcAft>
        <a:buClrTx/>
        <a:buFont typeface="Courier New" panose="02070309020205020404" pitchFamily="49" charset="0"/>
        <a:buChar char="o"/>
        <a:defRPr sz="12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6pPr>
      <a:lvl7pPr marL="637369" indent="-161095" algn="l" defTabSz="865721" rtl="0" eaLnBrk="1" latinLnBrk="0" hangingPunct="1"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2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7pPr>
      <a:lvl8pPr marL="161095" indent="-161095" algn="l" defTabSz="865721" rtl="0" eaLnBrk="1" latinLnBrk="0" hangingPunct="1">
        <a:spcBef>
          <a:spcPts val="0"/>
        </a:spcBef>
        <a:spcAft>
          <a:spcPts val="600"/>
        </a:spcAft>
        <a:buClrTx/>
        <a:buFont typeface="+mj-lt"/>
        <a:buAutoNum type="arabicPeriod"/>
        <a:defRPr sz="12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8pPr>
      <a:lvl9pPr marL="313781" indent="-152690" algn="l" defTabSz="865721" rtl="0" eaLnBrk="1" latinLnBrk="0" hangingPunct="1">
        <a:spcBef>
          <a:spcPts val="0"/>
        </a:spcBef>
        <a:spcAft>
          <a:spcPts val="600"/>
        </a:spcAft>
        <a:buClrTx/>
        <a:buFont typeface="+mj-lt"/>
        <a:buAutoNum type="alphaLcPeriod"/>
        <a:defRPr sz="12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5721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1pPr>
      <a:lvl2pPr marL="432860" algn="l" defTabSz="865721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2pPr>
      <a:lvl3pPr marL="865721" algn="l" defTabSz="865721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3pPr>
      <a:lvl4pPr marL="1298582" algn="l" defTabSz="865721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4pPr>
      <a:lvl5pPr marL="1731443" algn="l" defTabSz="865721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5pPr>
      <a:lvl6pPr marL="2164303" algn="l" defTabSz="865721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6pPr>
      <a:lvl7pPr marL="2597164" algn="l" defTabSz="865721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7pPr>
      <a:lvl8pPr marL="3030024" algn="l" defTabSz="865721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8pPr>
      <a:lvl9pPr marL="3462884" algn="l" defTabSz="865721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Alvarez &amp; Marsal Report Widescreen Template">
  <a:themeElements>
    <a:clrScheme name="Alvarez &amp; Marsal">
      <a:dk1>
        <a:srgbClr val="767171"/>
      </a:dk1>
      <a:lt1>
        <a:sysClr val="window" lastClr="FFFFFF"/>
      </a:lt1>
      <a:dk2>
        <a:srgbClr val="969696"/>
      </a:dk2>
      <a:lt2>
        <a:srgbClr val="CF7F00"/>
      </a:lt2>
      <a:accent1>
        <a:srgbClr val="002B49"/>
      </a:accent1>
      <a:accent2>
        <a:srgbClr val="0085CA"/>
      </a:accent2>
      <a:accent3>
        <a:srgbClr val="5E8AB4"/>
      </a:accent3>
      <a:accent4>
        <a:srgbClr val="29702A"/>
      </a:accent4>
      <a:accent5>
        <a:srgbClr val="00677F"/>
      </a:accent5>
      <a:accent6>
        <a:srgbClr val="51195D"/>
      </a:accent6>
      <a:hlink>
        <a:srgbClr val="CF7F00"/>
      </a:hlink>
      <a:folHlink>
        <a:srgbClr val="51195D"/>
      </a:folHlink>
    </a:clrScheme>
    <a:fontScheme name="Alvarez &amp; Mars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>
          <a:solidFill>
            <a:schemeClr val="accent3"/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marL="1588" algn="ctr">
          <a:spcAft>
            <a:spcPts val="400"/>
          </a:spcAft>
          <a:defRPr sz="12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0" tIns="0" rIns="0" bIns="0" rtlCol="0" anchor="b" anchorCtr="0">
        <a:no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UpSlideTemplate.potx" id="{0902DD9D-5CA6-4D23-9BE0-C443AEDA9AF9}" vid="{954D0030-EF85-44EC-BD03-5EE5B64FD2C7}"/>
    </a:ext>
  </a:extLst>
</a:theme>
</file>

<file path=ppt/theme/theme2.xml><?xml version="1.0" encoding="utf-8"?>
<a:theme xmlns:a="http://schemas.openxmlformats.org/drawingml/2006/main" name="UpSlide Table Of Content Master (do not edit)">
  <a:themeElements>
    <a:clrScheme name="Alvarez &amp; Marsal">
      <a:dk1>
        <a:srgbClr val="767171"/>
      </a:dk1>
      <a:lt1>
        <a:sysClr val="window" lastClr="FFFFFF"/>
      </a:lt1>
      <a:dk2>
        <a:srgbClr val="969696"/>
      </a:dk2>
      <a:lt2>
        <a:srgbClr val="CF7F00"/>
      </a:lt2>
      <a:accent1>
        <a:srgbClr val="002B49"/>
      </a:accent1>
      <a:accent2>
        <a:srgbClr val="0085CA"/>
      </a:accent2>
      <a:accent3>
        <a:srgbClr val="5E8AB4"/>
      </a:accent3>
      <a:accent4>
        <a:srgbClr val="29702A"/>
      </a:accent4>
      <a:accent5>
        <a:srgbClr val="00677F"/>
      </a:accent5>
      <a:accent6>
        <a:srgbClr val="51195D"/>
      </a:accent6>
      <a:hlink>
        <a:srgbClr val="CF7F00"/>
      </a:hlink>
      <a:folHlink>
        <a:srgbClr val="51195D"/>
      </a:folHlink>
    </a:clrScheme>
    <a:fontScheme name="Alvarez &amp; Mars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>
          <a:solidFill>
            <a:schemeClr val="accent3"/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marL="1588" algn="ctr">
          <a:spcAft>
            <a:spcPts val="400"/>
          </a:spcAft>
          <a:defRPr sz="12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0" tIns="0" rIns="0" bIns="0" rtlCol="0" anchor="b" anchorCtr="0">
        <a:no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UpSlideTemplate.potx" id="{0902DD9D-5CA6-4D23-9BE0-C443AEDA9AF9}" vid="{A26AC5D2-E982-4BD3-ACCF-108830DBF9C1}"/>
    </a:ext>
  </a:extLst>
</a:theme>
</file>

<file path=ppt/theme/theme3.xml><?xml version="1.0" encoding="utf-8"?>
<a:theme xmlns:a="http://schemas.openxmlformats.org/drawingml/2006/main" name="Alvarez &amp; Marsal Report Widescreen Template">
  <a:themeElements>
    <a:clrScheme name="Alvarez &amp; Marsal">
      <a:dk1>
        <a:srgbClr val="767171"/>
      </a:dk1>
      <a:lt1>
        <a:sysClr val="window" lastClr="FFFFFF"/>
      </a:lt1>
      <a:dk2>
        <a:srgbClr val="969696"/>
      </a:dk2>
      <a:lt2>
        <a:srgbClr val="CF7F00"/>
      </a:lt2>
      <a:accent1>
        <a:srgbClr val="002B49"/>
      </a:accent1>
      <a:accent2>
        <a:srgbClr val="0085CA"/>
      </a:accent2>
      <a:accent3>
        <a:srgbClr val="5E8AB4"/>
      </a:accent3>
      <a:accent4>
        <a:srgbClr val="29702A"/>
      </a:accent4>
      <a:accent5>
        <a:srgbClr val="00677F"/>
      </a:accent5>
      <a:accent6>
        <a:srgbClr val="51195D"/>
      </a:accent6>
      <a:hlink>
        <a:srgbClr val="CF7F00"/>
      </a:hlink>
      <a:folHlink>
        <a:srgbClr val="51195D"/>
      </a:folHlink>
    </a:clrScheme>
    <a:fontScheme name="Alvarez &amp; Mars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>
          <a:solidFill>
            <a:schemeClr val="accent3"/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marL="1588" algn="ctr">
          <a:spcAft>
            <a:spcPts val="400"/>
          </a:spcAft>
          <a:defRPr sz="12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0" tIns="0" rIns="0" bIns="0" rtlCol="0" anchor="b" anchorCtr="0">
        <a:no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UpSlideTemplate.potx" id="{0902DD9D-5CA6-4D23-9BE0-C443AEDA9AF9}" vid="{954D0030-EF85-44EC-BD03-5EE5B64FD2C7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86" row="1">
    <wetp:webextensionref xmlns:r="http://schemas.openxmlformats.org/officeDocument/2006/relationships" r:id="rId1"/>
  </wetp:taskpane>
  <wetp:taskpane dockstate="right" visibility="0" width="386" row="3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D3E32D87-FAC9-4CDB-9B4C-15DD9DE9C2B4}">
  <we:reference id="f5f369e5-aa35-49d7-ad7b-638152ddb008" version="1.0.0.1" store="EXCatalog" storeType="EXCatalog"/>
  <we:alternateReferences>
    <we:reference id="WA200010001" version="1.0.0.1" store="en-US" storeType="OMEX"/>
  </we:alternateReferences>
  <we:properties>
    <we:property name="claude.fileId" value="&quot;0ea01887-37d2-44e0-8dcf-3a53ebe8483e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2AE20BFF-63F1-4D8D-84E1-B1E9C96C79E7}">
  <we:reference id="WA200010725" version="1.0.0.1" store="Omex" storeType="OMEX"/>
  <we:alternateReferences>
    <we:reference id="WA200010725" version="1.0.0.1" store="WA200010725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89E407546BF634EA0C323468B0E86FC" ma:contentTypeVersion="19" ma:contentTypeDescription="Create a new document." ma:contentTypeScope="" ma:versionID="65746ebd6cda6e4ac22778902c32937e">
  <xsd:schema xmlns:xsd="http://www.w3.org/2001/XMLSchema" xmlns:xs="http://www.w3.org/2001/XMLSchema" xmlns:p="http://schemas.microsoft.com/office/2006/metadata/properties" xmlns:ns2="1c782541-85fd-4c2f-b0da-0f22d55e4d87" xmlns:ns3="4d11ce2c-75ff-4209-b308-c2e7d619528e" targetNamespace="http://schemas.microsoft.com/office/2006/metadata/properties" ma:root="true" ma:fieldsID="3ac27e1bc19047dc7dbc7ab4e40279cb" ns2:_="" ns3:_="">
    <xsd:import namespace="1c782541-85fd-4c2f-b0da-0f22d55e4d87"/>
    <xsd:import namespace="4d11ce2c-75ff-4209-b308-c2e7d61952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782541-85fd-4c2f-b0da-0f22d55e4d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6830aa7a-1173-4a8f-8fff-517453f0343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11ce2c-75ff-4209-b308-c2e7d619528e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03415f1f-6d76-4a98-87f2-6beed3aed263}" ma:internalName="TaxCatchAll" ma:showField="CatchAllData" ma:web="4d11ce2c-75ff-4209-b308-c2e7d619528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DcR_SlideID>28ae0e13-49d1-421b-8c0c-fb3d181fa977</DcR_SlideID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782541-85fd-4c2f-b0da-0f22d55e4d87">
      <Terms xmlns="http://schemas.microsoft.com/office/infopath/2007/PartnerControls"/>
    </lcf76f155ced4ddcb4097134ff3c332f>
    <TaxCatchAll xmlns="4d11ce2c-75ff-4209-b308-c2e7d619528e" xsi:nil="true"/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5.xml><?xml version="1.0" encoding="utf-8"?>
<DcR_SlideID>4fe33816-5343-4ead-898f-56586fb233de</DcR_SlideID>
</file>

<file path=customXml/item6.xml><?xml version="1.0" encoding="utf-8"?>
<DcR_SlideID>4fe33816-5343-4ead-898f-56586fb233de</DcR_SlideID>
</file>

<file path=customXml/item7.xml><?xml version="1.0" encoding="utf-8"?>
<DcR_SlideID>4fe33816-5343-4ead-898f-56586fb233de</DcR_SlideID>
</file>

<file path=customXml/item8.xml><?xml version="1.0" encoding="utf-8"?>
<DcR_SlideID>4fe33816-5343-4ead-898f-56586fb233de</DcR_SlideID>
</file>

<file path=customXml/item9.xml><?xml version="1.0" encoding="utf-8"?>
<DcR_SlideID>4fe33816-5343-4ead-898f-56586fb233de</DcR_SlideID>
</file>

<file path=customXml/item10.xml><?xml version="1.0" encoding="utf-8"?>
<DcR_SlideID>4fe33816-5343-4ead-898f-56586fb233de</DcR_SlideID>
</file>

<file path=customXml/itemProps1.xml><?xml version="1.0" encoding="utf-8"?>
<ds:datastoreItem xmlns:ds="http://schemas.openxmlformats.org/officeDocument/2006/customXml" ds:itemID="{D0AFF732-C6B8-4FC6-B524-3DF782B9BDD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782541-85fd-4c2f-b0da-0f22d55e4d87"/>
    <ds:schemaRef ds:uri="4d11ce2c-75ff-4209-b308-c2e7d61952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5E3CB6F-4173-4ED8-9E65-DE6B215794D6}">
  <ds:schemaRefs/>
</ds:datastoreItem>
</file>

<file path=customXml/itemProps3.xml><?xml version="1.0" encoding="utf-8"?>
<ds:datastoreItem xmlns:ds="http://schemas.openxmlformats.org/officeDocument/2006/customXml" ds:itemID="{695AD665-9A47-4973-BD54-3FC27F667B38}">
  <ds:schemaRefs>
    <ds:schemaRef ds:uri="http://schemas.microsoft.com/office/2006/metadata/properties"/>
    <ds:schemaRef ds:uri="http://purl.org/dc/elements/1.1/"/>
    <ds:schemaRef ds:uri="http://purl.org/dc/terms/"/>
    <ds:schemaRef ds:uri="http://purl.org/dc/dcmitype/"/>
    <ds:schemaRef ds:uri="http://schemas.microsoft.com/office/2006/documentManagement/types"/>
    <ds:schemaRef ds:uri="http://schemas.microsoft.com/office/infopath/2007/PartnerControls"/>
    <ds:schemaRef ds:uri="1c782541-85fd-4c2f-b0da-0f22d55e4d87"/>
    <ds:schemaRef ds:uri="http://schemas.openxmlformats.org/package/2006/metadata/core-properties"/>
    <ds:schemaRef ds:uri="4d11ce2c-75ff-4209-b308-c2e7d619528e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739D2B6E-6180-44A9-B37A-618D743DA4CF}">
  <ds:schemaRefs>
    <ds:schemaRef ds:uri="http://schemas.microsoft.com/sharepoint/v3/contenttype/forms"/>
  </ds:schemaRefs>
</ds:datastoreItem>
</file>

<file path=customXml/itemProps5.xml><?xml version="1.0" encoding="utf-8"?>
<ds:datastoreItem xmlns:ds="http://schemas.openxmlformats.org/officeDocument/2006/customXml" ds:itemID="{72D27BA5-B299-4119-BD77-87D91AB372F6}">
  <ds:schemaRefs/>
</ds:datastoreItem>
</file>

<file path=customXml/itemProps6.xml><?xml version="1.0" encoding="utf-8"?>
<ds:datastoreItem xmlns:ds="http://schemas.openxmlformats.org/officeDocument/2006/customXml" ds:itemID="{249AADE1-3A79-4A35-982D-423CC2C62CD6}">
  <ds:schemaRefs/>
</ds:datastoreItem>
</file>

<file path=customXml/itemProps7.xml><?xml version="1.0" encoding="utf-8"?>
<ds:datastoreItem xmlns:ds="http://schemas.openxmlformats.org/officeDocument/2006/customXml" ds:itemID="{FD2606EB-5447-40D8-ABC4-4C1E064882BA}">
  <ds:schemaRefs/>
</ds:datastoreItem>
</file>

<file path=customXml/itemProps8.xml><?xml version="1.0" encoding="utf-8"?>
<ds:datastoreItem xmlns:ds="http://schemas.openxmlformats.org/officeDocument/2006/customXml" ds:itemID="{598BB7B9-2061-4D98-8A3F-7CF36F17552D}">
  <ds:schemaRefs/>
</ds:datastoreItem>
</file>

<file path=customXml/itemProps9.xml><?xml version="1.0" encoding="utf-8"?>
<ds:datastoreItem xmlns:ds="http://schemas.openxmlformats.org/officeDocument/2006/customXml" ds:itemID="{8FA2E7E6-8F74-46AB-9672-295922039F6C}">
  <ds:schemaRefs/>
</ds:datastoreItem>
</file>

<file path=customXml/itemProps10.xml><?xml version="1.0" encoding="utf-8"?>
<ds:datastoreItem xmlns:ds="http://schemas.openxmlformats.org/officeDocument/2006/customXml" ds:itemID="{0F155030-284E-0E4F-A8B3-2DDC10CBA74B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UpSlideTemplate</Template>
  <TotalTime>2734</TotalTime>
  <Words>82774</Words>
  <Application>Microsoft Office PowerPoint</Application>
  <PresentationFormat>Widescreen</PresentationFormat>
  <Paragraphs>9683</Paragraphs>
  <Slides>400</Slides>
  <Notes>22</Notes>
  <HiddenSlides>0</HiddenSlides>
  <MMClips>2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400</vt:i4>
      </vt:variant>
    </vt:vector>
  </HeadingPairs>
  <TitlesOfParts>
    <vt:vector size="418" baseType="lpstr">
      <vt:lpstr>ＭＳ Ｐゴシック</vt:lpstr>
      <vt:lpstr>Arial</vt:lpstr>
      <vt:lpstr>Bradley Hand ITC</vt:lpstr>
      <vt:lpstr>Calibri</vt:lpstr>
      <vt:lpstr>Courier New</vt:lpstr>
      <vt:lpstr>Garamond</vt:lpstr>
      <vt:lpstr>Georgia</vt:lpstr>
      <vt:lpstr>Montserrat</vt:lpstr>
      <vt:lpstr>Open Sans</vt:lpstr>
      <vt:lpstr>Roboto</vt:lpstr>
      <vt:lpstr>Segoe UI</vt:lpstr>
      <vt:lpstr>Segoe UI Symbol</vt:lpstr>
      <vt:lpstr>System Font Regular</vt:lpstr>
      <vt:lpstr>Wingdings</vt:lpstr>
      <vt:lpstr>Alvarez &amp; Marsal Report Widescreen Template</vt:lpstr>
      <vt:lpstr>UpSlide Table Of Content Master (do not edit)</vt:lpstr>
      <vt:lpstr>Alvarez &amp; Marsal Report Widescreen Template</vt:lpstr>
      <vt:lpstr>think-cell Slide</vt:lpstr>
      <vt:lpstr>How to Use This Pitch Book Library</vt:lpstr>
      <vt:lpstr>Project XYZ IMO Proposal</vt:lpstr>
      <vt:lpstr>PowerPoint Presentation</vt:lpstr>
      <vt:lpstr>PowerPoint Presentation</vt:lpstr>
      <vt:lpstr>Why A&amp;M – The A&amp;M Difference</vt:lpstr>
      <vt:lpstr>A&amp;M Overview</vt:lpstr>
      <vt:lpstr>A&amp;M Delivers Integrated Capabilities Across the Transaction Lifecycle</vt:lpstr>
      <vt:lpstr>A&amp;M Delivers Integrated Capabilities Across the Transaction Lifecycle</vt:lpstr>
      <vt:lpstr>PowerPoint Presentation</vt:lpstr>
      <vt:lpstr>OUR UNDERSTANDING</vt:lpstr>
      <vt:lpstr>OUR UNDERSTANDING</vt:lpstr>
      <vt:lpstr>OUR UNDERSTANDING </vt:lpstr>
      <vt:lpstr>PowerPoint Presentation</vt:lpstr>
      <vt:lpstr>A&amp;M MERGER &amp; ACQUISITION SERVICES</vt:lpstr>
      <vt:lpstr>Merger Integration: A Phased Approach</vt:lpstr>
      <vt:lpstr>A&amp;M End-to-End Merger Integration Approach</vt:lpstr>
      <vt:lpstr>Overall Project Approach</vt:lpstr>
      <vt:lpstr>PowerPoint Presentation</vt:lpstr>
      <vt:lpstr>Integration Management Office (IMO) Overview</vt:lpstr>
      <vt:lpstr>Structuring the Integration Program</vt:lpstr>
      <vt:lpstr>The IMO Keeps the Parts of the Program Integrated</vt:lpstr>
      <vt:lpstr>Illustrative Weekly Reporting Cadence</vt:lpstr>
      <vt:lpstr>PowerPoint Presentation</vt:lpstr>
      <vt:lpstr>Approach to Developing Integration Plans</vt:lpstr>
      <vt:lpstr>Sample Functional Integration Plan</vt:lpstr>
      <vt:lpstr>“Walk the Wall” Integrated Milestone Workshop</vt:lpstr>
      <vt:lpstr>Key Stakeholder Engagement</vt:lpstr>
      <vt:lpstr>PowerPoint Presentation</vt:lpstr>
      <vt:lpstr>Buy-Side Synergy Critical Path Milestones </vt:lpstr>
      <vt:lpstr>Achieving Synergies</vt:lpstr>
      <vt:lpstr>PowerPoint Presentation</vt:lpstr>
      <vt:lpstr>Merger Integration Tools</vt:lpstr>
      <vt:lpstr>Other Integration Tools </vt:lpstr>
      <vt:lpstr>Smartsheet Will Serve as the IMO’s Single Source of Truth</vt:lpstr>
      <vt:lpstr>PowerPoint Presentation</vt:lpstr>
      <vt:lpstr>Introduction to the “Clean Room/ Clean Team” </vt:lpstr>
      <vt:lpstr>“Gun Jumping” / Unlawful Coordination</vt:lpstr>
      <vt:lpstr>PowerPoint Presentation</vt:lpstr>
      <vt:lpstr>Scope of Procedures | Integration Management Office (1 of 2)</vt:lpstr>
      <vt:lpstr>Scope of Procedures | Integration Management Office (2 of 2)</vt:lpstr>
      <vt:lpstr>Scope of Procedures | Communications</vt:lpstr>
      <vt:lpstr>Scope of Procedures | Technology / Corporate IT </vt:lpstr>
      <vt:lpstr>Scope of Procedures | Go-to-Market</vt:lpstr>
      <vt:lpstr>Scope of Procedures | Human Capital (1 of 2)</vt:lpstr>
      <vt:lpstr>Scope of Procedures | Human Capital (2 of 2)</vt:lpstr>
      <vt:lpstr>Scope of Procedures | Facilities and Real Estate</vt:lpstr>
      <vt:lpstr>PowerPoint Presentation</vt:lpstr>
      <vt:lpstr>Estimated Fees</vt:lpstr>
      <vt:lpstr>Estimated Fees</vt:lpstr>
      <vt:lpstr>PowerPoint Presentation</vt:lpstr>
      <vt:lpstr>PowerPoint Presentation</vt:lpstr>
      <vt:lpstr>PowerPoint Presentation</vt:lpstr>
      <vt:lpstr>Project XYZ SMO Proposal</vt:lpstr>
      <vt:lpstr>PowerPoint Presentation</vt:lpstr>
      <vt:lpstr>PowerPoint Presentation</vt:lpstr>
      <vt:lpstr>Why A&amp;M – The A&amp;M Difference</vt:lpstr>
      <vt:lpstr>A&amp;M Overview</vt:lpstr>
      <vt:lpstr>A&amp;M Delivers Integrated Capabilities Across the Transaction Lifecycle</vt:lpstr>
      <vt:lpstr>A&amp;M Delivers Integrated Capabilities Across the Transaction Lifecycle</vt:lpstr>
      <vt:lpstr>PowerPoint Presentation</vt:lpstr>
      <vt:lpstr>OUR UNDERSTANDING</vt:lpstr>
      <vt:lpstr>OUR UNDERSTANDING</vt:lpstr>
      <vt:lpstr>OUR UNDERSTANDING </vt:lpstr>
      <vt:lpstr>PowerPoint Presentation</vt:lpstr>
      <vt:lpstr>A&amp;M Carve-Out &amp; Separation</vt:lpstr>
      <vt:lpstr>Carve-out Tactical Areas</vt:lpstr>
      <vt:lpstr>A&amp;M CARVE-OUT &amp; SEPARATION SERVICES</vt:lpstr>
      <vt:lpstr>Carve-Out Due Diligence: A Phased Approach</vt:lpstr>
      <vt:lpstr>Overall Project Approach</vt:lpstr>
      <vt:lpstr>PowerPoint Presentation</vt:lpstr>
      <vt:lpstr>Carve-out: Key Areas of Focus</vt:lpstr>
      <vt:lpstr>Carve-out Keys to Success</vt:lpstr>
      <vt:lpstr>Carveout Guiding Principles</vt:lpstr>
      <vt:lpstr>High-Level Carveout Timeline</vt:lpstr>
      <vt:lpstr>Approach to Developing Separation Plans</vt:lpstr>
      <vt:lpstr>PowerPoint Presentation</vt:lpstr>
      <vt:lpstr>Separation Management Office (SMO) Overview</vt:lpstr>
      <vt:lpstr>Structuring the Separation Program</vt:lpstr>
      <vt:lpstr>The SMO Keeps the Parts of the Program Integrated</vt:lpstr>
      <vt:lpstr>Illustrative Weekly Reporting Cadence</vt:lpstr>
      <vt:lpstr>PowerPoint Presentation</vt:lpstr>
      <vt:lpstr>Sample Functional Separation Plan</vt:lpstr>
      <vt:lpstr>“Walk the Wall” Separation Milestone Workshop</vt:lpstr>
      <vt:lpstr>Key Stakeholder Engagement</vt:lpstr>
      <vt:lpstr>PowerPoint Presentation</vt:lpstr>
      <vt:lpstr>Carve-Out &amp; Separation Tools</vt:lpstr>
      <vt:lpstr>Other Separation Tools </vt:lpstr>
      <vt:lpstr>Smartsheet Will Serve as the SMO’s Single Source of Truth</vt:lpstr>
      <vt:lpstr>PowerPoint Presentation</vt:lpstr>
      <vt:lpstr>Transition Services Agreement – Development Point of View</vt:lpstr>
      <vt:lpstr>TSA Governance and Management Tools</vt:lpstr>
      <vt:lpstr>PowerPoint Presentation</vt:lpstr>
      <vt:lpstr>Scope of Procedures | Separation Management Office (1 of 2)</vt:lpstr>
      <vt:lpstr>Scope of Procedures | Separation Management Office (2 of 2)</vt:lpstr>
      <vt:lpstr>Scope of Procedures | Functional Support (1 of 2)</vt:lpstr>
      <vt:lpstr>Scope of Procedures | Functional Support (2 of 2)</vt:lpstr>
      <vt:lpstr>Scope of Procedures | Communications</vt:lpstr>
      <vt:lpstr>Scope of Procedures | Technology / Corporate IT </vt:lpstr>
      <vt:lpstr>Scope of Procedures | Human Capital (1 of 2)</vt:lpstr>
      <vt:lpstr>Scope of Procedures | Human Capital (2 of 2)</vt:lpstr>
      <vt:lpstr>Scope of Procedures | Facilities and Real Estate</vt:lpstr>
      <vt:lpstr>PowerPoint Presentation</vt:lpstr>
      <vt:lpstr>Estimated Fees</vt:lpstr>
      <vt:lpstr>Estimated Fees</vt:lpstr>
      <vt:lpstr>PowerPoint Presentation</vt:lpstr>
      <vt:lpstr>PowerPoint Presentation</vt:lpstr>
      <vt:lpstr>PowerPoint Presentation</vt:lpstr>
      <vt:lpstr>Project XYZ Buy-Side Standalone Assessment Proposal</vt:lpstr>
      <vt:lpstr>PowerPoint Presentation</vt:lpstr>
      <vt:lpstr>PowerPoint Presentation</vt:lpstr>
      <vt:lpstr>Why A&amp;M – The A&amp;M Difference</vt:lpstr>
      <vt:lpstr>A&amp;M Overview</vt:lpstr>
      <vt:lpstr>A&amp;M Delivers Integrated Capabilities Across the Transaction Lifecycle</vt:lpstr>
      <vt:lpstr>A&amp;M Delivers Integrated Capabilities Across the Transaction Lifecycle</vt:lpstr>
      <vt:lpstr>PowerPoint Presentation</vt:lpstr>
      <vt:lpstr>OUR UNDERSTANDING</vt:lpstr>
      <vt:lpstr>OUR UNDERSTANDING </vt:lpstr>
      <vt:lpstr>OUR UNDERSTANDING </vt:lpstr>
      <vt:lpstr>PowerPoint Presentation</vt:lpstr>
      <vt:lpstr>Carve-out Tactical Areas</vt:lpstr>
      <vt:lpstr>Carve-Out Due Diligence: A Phased Approach</vt:lpstr>
      <vt:lpstr>Carve-Out Due Diligence: A Phased Approach</vt:lpstr>
      <vt:lpstr>PowerPoint Presentation</vt:lpstr>
      <vt:lpstr>Proposed Engagement Approach and Timeline</vt:lpstr>
      <vt:lpstr>Proposed Engagement Approach and Timeline</vt:lpstr>
      <vt:lpstr>Proposed Engagement Approach and Timeline</vt:lpstr>
      <vt:lpstr>Our Approach to Strategic Carve-out Acquisitions</vt:lpstr>
      <vt:lpstr>Approach – Separation Cost Model</vt:lpstr>
      <vt:lpstr>Standalone Cost Modeling</vt:lpstr>
      <vt:lpstr>TSA – Review Framework</vt:lpstr>
      <vt:lpstr>Transition Services Agreement – Evaluation Framework</vt:lpstr>
      <vt:lpstr>PowerPoint Presentation</vt:lpstr>
      <vt:lpstr>Scope of Procedures – Standalone Cost Model Development [Option 1 of 2]</vt:lpstr>
      <vt:lpstr>Scope of Procedures – Standalone Cost Model Development (1 of 3) [Option 2 of 2]</vt:lpstr>
      <vt:lpstr>Scope of Procedures – Standalone Cost Model Development (2 of 3) [Option 2 of 2]</vt:lpstr>
      <vt:lpstr>Scope of Procedures – Standalone Cost Model Development (3 of 3) [Option 2 of 2]</vt:lpstr>
      <vt:lpstr>Scope of Procedures – TSA Review Procedures</vt:lpstr>
      <vt:lpstr>PowerPoint Presentation</vt:lpstr>
      <vt:lpstr>Estimated Fees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Project XYZ Synergy Assessment Proposal</vt:lpstr>
      <vt:lpstr>PowerPoint Presentation</vt:lpstr>
      <vt:lpstr>PowerPoint Presentation</vt:lpstr>
      <vt:lpstr>Why A&amp;M – The A&amp;M Difference</vt:lpstr>
      <vt:lpstr>A&amp;M Overview</vt:lpstr>
      <vt:lpstr>A&amp;M Delivers Integrated Capabilities Across the Transaction Lifecycle</vt:lpstr>
      <vt:lpstr>A&amp;M Delivers Integrated Capabilities Across the Transaction Lifecycle</vt:lpstr>
      <vt:lpstr>PowerPoint Presentation</vt:lpstr>
      <vt:lpstr>OUR UNDERSTANDING</vt:lpstr>
      <vt:lpstr>OUR UNDERSTANDING</vt:lpstr>
      <vt:lpstr>OUR UNDERSTANDING </vt:lpstr>
      <vt:lpstr>PowerPoint Presentation</vt:lpstr>
      <vt:lpstr>Merger Integration: A Phased Approach</vt:lpstr>
      <vt:lpstr>A&amp;M End-to-End Merger Integration Approach</vt:lpstr>
      <vt:lpstr>High-Level Project Approach</vt:lpstr>
      <vt:lpstr>PowerPoint Presentation</vt:lpstr>
      <vt:lpstr>Buy-Side Synergy Critical Path Milestones </vt:lpstr>
      <vt:lpstr>Achieving Synergies</vt:lpstr>
      <vt:lpstr>Synergy Assessment: High-Level Project Approach</vt:lpstr>
      <vt:lpstr>Our Approach to Merger Synergy Assessment</vt:lpstr>
      <vt:lpstr>Approach – Synergy Model</vt:lpstr>
      <vt:lpstr>Four Factors Typically Influence the Net Synergy Impact</vt:lpstr>
      <vt:lpstr>PowerPoint Presentation</vt:lpstr>
      <vt:lpstr>Scope of Procedures – Synergy Assessment (1 of 2)</vt:lpstr>
      <vt:lpstr>Scope of Procedures – Synergy Assessment (2 of 2)</vt:lpstr>
      <vt:lpstr>Scope of Procedures – Standalone / Synergy Assessment (1 of 3)</vt:lpstr>
      <vt:lpstr>Scope of Procedures – Standalone / Synergy Assessment (2 of 3)</vt:lpstr>
      <vt:lpstr>Scope of Procedures – Standalone / Synergy Assessment (3 of 3)</vt:lpstr>
      <vt:lpstr>PowerPoint Presentation</vt:lpstr>
      <vt:lpstr>Estimated Fees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A&amp;M – Private Equity Services Overview</vt:lpstr>
      <vt:lpstr>PowerPoint Presentation</vt:lpstr>
      <vt:lpstr>PowerPoint Presentation</vt:lpstr>
      <vt:lpstr>A&amp;M Team Introductions</vt:lpstr>
      <vt:lpstr>Integrated Functional Framework for Value Creation</vt:lpstr>
      <vt:lpstr>PRIVATE EQUITY PERFORMANCE IMPROVEMENT SERVICES</vt:lpstr>
      <vt:lpstr>PowerPoint Presentation</vt:lpstr>
      <vt:lpstr>WHY CDD FROM A&amp;M</vt:lpstr>
      <vt:lpstr>WHAT WE HELP YOU ANSWER</vt:lpstr>
      <vt:lpstr>OUR COMMERCIAL DILIGENCE SERVICE OFFERINGS</vt:lpstr>
      <vt:lpstr>WE GO BEYOND COMMERCIAL TO INTEGRATED INSIGHTS</vt:lpstr>
      <vt:lpstr>PowerPoint Presentation</vt:lpstr>
      <vt:lpstr>WE COMBINE Transaction Expertise with Hands-On Operational Execution</vt:lpstr>
      <vt:lpstr>Operational Assessment Overview</vt:lpstr>
      <vt:lpstr>Functional due diligence Overview</vt:lpstr>
      <vt:lpstr>Flexible Partnership Models</vt:lpstr>
      <vt:lpstr>PowerPoint Presentation</vt:lpstr>
      <vt:lpstr>PowerPoint Presentation</vt:lpstr>
      <vt:lpstr>THE NEEDS WE SERVE: THROUGH A LENS OF INDUSTRY EXPERTISE</vt:lpstr>
      <vt:lpstr>WHY WE’RE THE RIGHT PARTNERS</vt:lpstr>
      <vt:lpstr>OPERATIONALIZE YOUR AMBITION</vt:lpstr>
      <vt:lpstr>COMMON CHALLENGES REQUIRING PERFORMANCE IMPROVEMENT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Common Converted MAS Slides </vt:lpstr>
      <vt:lpstr>Common Converted MAS Slides </vt:lpstr>
      <vt:lpstr>PowerPoint Presentation</vt:lpstr>
      <vt:lpstr>PowerPoint Presentation</vt:lpstr>
      <vt:lpstr>Why A&amp;M – The A&amp;M Difference</vt:lpstr>
      <vt:lpstr>Who We Are – Our Global Reach</vt:lpstr>
      <vt:lpstr>A&amp;M Overview</vt:lpstr>
      <vt:lpstr>OUR GLOBAL REACH</vt:lpstr>
      <vt:lpstr>OUR CLIENT BASE</vt:lpstr>
      <vt:lpstr>OUR GLOBAL CAPABILITIES </vt:lpstr>
      <vt:lpstr>INTEGRATED DILIGENCE CAPABILITIES</vt:lpstr>
      <vt:lpstr>PRIVATE EQUITY PERFORMANCE IMPROVEMENT SERVICES</vt:lpstr>
      <vt:lpstr>PowerPoint Presentation</vt:lpstr>
      <vt:lpstr>A&amp;M Helps Clients Accelerate Value Creation and Reduce Transaction Risk</vt:lpstr>
      <vt:lpstr>A&amp;M Delivers Integrated Capabilities Across the Transaction Lifecycle</vt:lpstr>
      <vt:lpstr>M&amp;A Strategy</vt:lpstr>
      <vt:lpstr>PowerPoint Presentation</vt:lpstr>
      <vt:lpstr>The Value of A&amp;M’s Integrated Diligence Offering</vt:lpstr>
      <vt:lpstr>Our Integrated Diligence is a Unique Solution</vt:lpstr>
      <vt:lpstr>Software &amp; Technology Services</vt:lpstr>
      <vt:lpstr>Key Stakeholder Engagement</vt:lpstr>
      <vt:lpstr>Human Capital M&amp;A Consulting Services: Merger Integration</vt:lpstr>
      <vt:lpstr>Human Capital M&amp;A Consulting Services: Carve-outs</vt:lpstr>
      <vt:lpstr>IT Due Diligence Service Offerings</vt:lpstr>
      <vt:lpstr>IT M&amp;A Consulting Services: Carve-outs</vt:lpstr>
      <vt:lpstr>Software &amp; Technology Services</vt:lpstr>
      <vt:lpstr>A&amp;M Software Product &amp; Tech Assessments</vt:lpstr>
      <vt:lpstr>Commercial Due Diligence (1/2)</vt:lpstr>
      <vt:lpstr>Commercial Due Diligence (2/2)</vt:lpstr>
      <vt:lpstr>Carve-Out Due Diligence: A Phased Approach</vt:lpstr>
      <vt:lpstr>Carve-out: Key Areas of Focus</vt:lpstr>
      <vt:lpstr>A&amp;M Merger Integration</vt:lpstr>
      <vt:lpstr>Merger Integration: Key Areas of Focus</vt:lpstr>
      <vt:lpstr>PowerPoint Presentation</vt:lpstr>
      <vt:lpstr>OUR UNDERSTANDING</vt:lpstr>
      <vt:lpstr>OUR UNDERSTANDING</vt:lpstr>
      <vt:lpstr>OUR UNDERSTANDING </vt:lpstr>
      <vt:lpstr>OUR UNDERSTANDING </vt:lpstr>
      <vt:lpstr>PowerPoint Presentation</vt:lpstr>
      <vt:lpstr>Our Integrated Diligence is a Unique Solution</vt:lpstr>
      <vt:lpstr>A&amp;M MERGER &amp; ACQUISITION SERVICES</vt:lpstr>
      <vt:lpstr>A&amp;M Merger Integration</vt:lpstr>
      <vt:lpstr>High-Level Project Approach</vt:lpstr>
      <vt:lpstr>High-Level Project Approach</vt:lpstr>
      <vt:lpstr>Overall Project Approach</vt:lpstr>
      <vt:lpstr>Merger Integration Keys to Success</vt:lpstr>
      <vt:lpstr>Merger Integration Underperformance &amp; Failure </vt:lpstr>
      <vt:lpstr>Integration Management Office (IMO) Overview</vt:lpstr>
      <vt:lpstr>Achieving Synergies</vt:lpstr>
      <vt:lpstr>Structuring the Integration Program</vt:lpstr>
      <vt:lpstr>The IMO Keeps the Parts of the Program Integrated</vt:lpstr>
      <vt:lpstr>Four Factors Typically Influence the Net Synergy Impact</vt:lpstr>
      <vt:lpstr>Buy-Side Synergy Critical Path Milestones </vt:lpstr>
      <vt:lpstr>Achieving Synergies</vt:lpstr>
      <vt:lpstr>Synergy and Future State Financial Model Development</vt:lpstr>
      <vt:lpstr>Merger Integration Groundwork </vt:lpstr>
      <vt:lpstr>Key Stakeholder Engagement</vt:lpstr>
      <vt:lpstr>Approach to Developing Integration Plans</vt:lpstr>
      <vt:lpstr>The IMO Keeps the Parts of the Program Integrated</vt:lpstr>
      <vt:lpstr>Illustrative Weekly Reporting Cadence</vt:lpstr>
      <vt:lpstr>Sample Functional Integration Plan</vt:lpstr>
      <vt:lpstr>“Walk the Wall” Integrated Milestone Workshop</vt:lpstr>
      <vt:lpstr>Merger Integration Tools</vt:lpstr>
      <vt:lpstr>Smartsheet – Recommend for Project Management and Tracking Tool</vt:lpstr>
      <vt:lpstr>Other Integration Tools </vt:lpstr>
      <vt:lpstr>PowerPoint Presentation</vt:lpstr>
      <vt:lpstr>Carve-out Tactical Areas</vt:lpstr>
      <vt:lpstr>Carve-Out Due Diligence: A Phased Approach</vt:lpstr>
      <vt:lpstr>Carve-out: Key Areas of Focus</vt:lpstr>
      <vt:lpstr>Carve-out: Key Areas of Focus</vt:lpstr>
      <vt:lpstr>Our Approach to Sale Process</vt:lpstr>
      <vt:lpstr>Sell Side Functional Critical Path Milestones </vt:lpstr>
      <vt:lpstr>Sell Side Functional Critical Path: Common Entanglements (1 of 2) </vt:lpstr>
      <vt:lpstr>Sell Side Functional Critical Path: Common Entanglements (2 of 2) </vt:lpstr>
      <vt:lpstr>Why A&amp;M for Sell Side Support?</vt:lpstr>
      <vt:lpstr>Why A&amp;M for Sell Side Support?</vt:lpstr>
      <vt:lpstr>Why A&amp;M for Sell Side Support?</vt:lpstr>
      <vt:lpstr>A&amp;M Sell Side Value Creation Equation</vt:lpstr>
      <vt:lpstr>A&amp;M Sell Side Due Diligence Adds Value</vt:lpstr>
      <vt:lpstr>Planning Is Essential To Preserve Value</vt:lpstr>
      <vt:lpstr>A&amp;M Uncovers Value at Every Stage of the Process</vt:lpstr>
      <vt:lpstr>Transaction Analytics</vt:lpstr>
      <vt:lpstr>PowerPoint Presentation</vt:lpstr>
      <vt:lpstr>Transition Services Agreement – Development Point of View</vt:lpstr>
      <vt:lpstr>TSA – Development</vt:lpstr>
      <vt:lpstr>TSA – General Buildout Framework</vt:lpstr>
      <vt:lpstr>TSA Creation and Administration</vt:lpstr>
      <vt:lpstr>TSA - Negotiation</vt:lpstr>
      <vt:lpstr>TSA Governance and Management Tools</vt:lpstr>
      <vt:lpstr>PowerPoint Presentation</vt:lpstr>
      <vt:lpstr>A&amp;M Merger Integration</vt:lpstr>
      <vt:lpstr>Carve-out Tactical Areas</vt:lpstr>
      <vt:lpstr>Carve-Out Due Diligence: A Phased Approach</vt:lpstr>
      <vt:lpstr>Carve-out: Key Areas of Focus</vt:lpstr>
      <vt:lpstr>Carveout Guiding Principles</vt:lpstr>
      <vt:lpstr>Carve-Out Review</vt:lpstr>
      <vt:lpstr>Our Approach to Strategic Carve-out Acquisitions</vt:lpstr>
      <vt:lpstr>Carve-out Keys to Success</vt:lpstr>
      <vt:lpstr>Key Management Turnover or Vacancies</vt:lpstr>
      <vt:lpstr>Approach – Separation Cost Model</vt:lpstr>
      <vt:lpstr>Standalone Cost Modeling</vt:lpstr>
      <vt:lpstr>Proposed Engagement Approach and Timeline</vt:lpstr>
      <vt:lpstr>Carve-out: Key Areas of Focus</vt:lpstr>
      <vt:lpstr>High-Level Carveout Timeline</vt:lpstr>
      <vt:lpstr>Achieving Synergies</vt:lpstr>
      <vt:lpstr>Integration Management Office (IMO) Overview</vt:lpstr>
      <vt:lpstr>Structuring the Integration Program</vt:lpstr>
      <vt:lpstr>Structuring the Separation Program</vt:lpstr>
      <vt:lpstr>Approach to Developing Integration Plans</vt:lpstr>
      <vt:lpstr>The IMO Keeps the Parts of the Program Integrated</vt:lpstr>
      <vt:lpstr>The SMO Keeps the Parts of the Program Integrated</vt:lpstr>
      <vt:lpstr>Achieving Synergies</vt:lpstr>
      <vt:lpstr>Synergy and Future State Financial Model Development</vt:lpstr>
      <vt:lpstr>PowerPoint Presentation</vt:lpstr>
      <vt:lpstr>Illustrative Structuring of the PI Assessment</vt:lpstr>
      <vt:lpstr>Driving Sustainable Performance Improvements</vt:lpstr>
      <vt:lpstr>Performance Improvement &amp; Optimization</vt:lpstr>
      <vt:lpstr>Performance Improvement</vt:lpstr>
      <vt:lpstr>Performance Improvement – Margin Expansion Levers Overview</vt:lpstr>
      <vt:lpstr>Performance Improvement Approach </vt:lpstr>
      <vt:lpstr>Our Performance Improvement Approach</vt:lpstr>
      <vt:lpstr>Key Inputs, Analysis &amp; Outputs</vt:lpstr>
      <vt:lpstr>Proposed Engagement Approach and Timeline</vt:lpstr>
      <vt:lpstr>Performance Improvement through Cost Optimization</vt:lpstr>
      <vt:lpstr>Baseline Development &amp; Cost Transparency</vt:lpstr>
      <vt:lpstr>Support Function Efficiency</vt:lpstr>
      <vt:lpstr>Cost Transparency</vt:lpstr>
      <vt:lpstr>Support Function Efficiency</vt:lpstr>
      <vt:lpstr>Organization and Functional Efficiency</vt:lpstr>
      <vt:lpstr>General and Administrative Expenses</vt:lpstr>
      <vt:lpstr>General and Administrative Cost Efficiency</vt:lpstr>
      <vt:lpstr>Commercial (Sales, Marketing, Customer Success)</vt:lpstr>
      <vt:lpstr>High Level Value Creation Assessment Timeline - Illustrative</vt:lpstr>
      <vt:lpstr>Overview of Value Creation Workstreams</vt:lpstr>
      <vt:lpstr>PowerPoint Presentation</vt:lpstr>
      <vt:lpstr>Introduction to the “Clean Room/ Clean Team” </vt:lpstr>
      <vt:lpstr>“Gun Jumping” / Unlawful Coordination</vt:lpstr>
      <vt:lpstr>Guidance from Counsel – Gun Jumping</vt:lpstr>
      <vt:lpstr>PowerPoint Presentation</vt:lpstr>
      <vt:lpstr>Estimated Fees</vt:lpstr>
      <vt:lpstr>PowerPoint Presentation</vt:lpstr>
      <vt:lpstr>Estimated Fees</vt:lpstr>
      <vt:lpstr>PowerPoint Presentation</vt:lpstr>
      <vt:lpstr>Estimated Fees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TOMBSTONE LAYOUT</vt:lpstr>
      <vt:lpstr>TOMBSTONE LAYOUT</vt:lpstr>
      <vt:lpstr>PowerPoint Presentation</vt:lpstr>
      <vt:lpstr>Scope of Procedures | Integration Management Office (1 of 2)</vt:lpstr>
      <vt:lpstr>Scope of Procedures | Integration Management Office (2 of 2)</vt:lpstr>
      <vt:lpstr>Scope of Procedures | Communications</vt:lpstr>
      <vt:lpstr>Scope of Procedures | Technology / Corporate IT </vt:lpstr>
      <vt:lpstr>Scope of Procedures | Go-to-Market</vt:lpstr>
      <vt:lpstr>Scope of Procedures | Human Capital (1 of 2)</vt:lpstr>
      <vt:lpstr>Scope of Procedures | Human Capital (2 of 2)</vt:lpstr>
      <vt:lpstr>Scope of Procedures | Facilities and Real Estate</vt:lpstr>
      <vt:lpstr>PowerPoint Presentation</vt:lpstr>
      <vt:lpstr>Scope of Procedures | Separation Management Office (1 of 2)</vt:lpstr>
      <vt:lpstr>Scope of Procedures | Separation Management Office (2 of 2)</vt:lpstr>
      <vt:lpstr>Scope of Procedures | Functional Support (1 of 2)</vt:lpstr>
      <vt:lpstr>Scope of Procedures | Functional Support (2 of 2)</vt:lpstr>
      <vt:lpstr>Scope of Procedures | Communications</vt:lpstr>
      <vt:lpstr>Scope of Procedures | Technology / Corporate IT </vt:lpstr>
      <vt:lpstr>Scope of Procedures | Human Capital (1 of 2)</vt:lpstr>
      <vt:lpstr>Scope of Procedures | Human Capital (2 of 2)</vt:lpstr>
      <vt:lpstr>Scope of Procedures | Facilities and Real Estate</vt:lpstr>
      <vt:lpstr>PowerPoint Presentation</vt:lpstr>
      <vt:lpstr>Scope of Procedures – Standalone Cost Model Development [Option 1 of 2]</vt:lpstr>
      <vt:lpstr>Scope of Procedures – Standalone Cost Model Development (1 of 3) [Option 2 of 2]</vt:lpstr>
      <vt:lpstr>Scope of Procedures – Standalone Cost Model Development (2 of 3) [Option 2 of 2]</vt:lpstr>
      <vt:lpstr>Scope of Procedures – Standalone Cost Model Development (3 of 3) [Option 2 of 2]</vt:lpstr>
      <vt:lpstr>Scope of Procedures – TSA Review Procedures</vt:lpstr>
      <vt:lpstr>PowerPoint Presentation</vt:lpstr>
      <vt:lpstr>Scope of Procedures – TSA Review Procedures</vt:lpstr>
      <vt:lpstr>Scope of Procedures – Separation Planning (1 of 2)</vt:lpstr>
      <vt:lpstr>Scope of Procedures – Separation Planning (2 of 2)</vt:lpstr>
      <vt:lpstr>Scope of Procedures – Separation and TSA  Administration and Monitoring</vt:lpstr>
      <vt:lpstr>PowerPoint Presentation</vt:lpstr>
      <vt:lpstr>Scope of Procedures – Synergy Assessment (1 of 2)</vt:lpstr>
      <vt:lpstr>Scope of Procedures – Synergy Assessment (2 of 2)</vt:lpstr>
      <vt:lpstr>Scope of Procedures – Standalone / Synergy Assessment (1 of 3)</vt:lpstr>
      <vt:lpstr>Scope of Procedures – Standalone / Synergy Assessment (2 of 3)</vt:lpstr>
      <vt:lpstr>Scope of Procedures – Standalone / Synergy Assessment (3 of 3)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</dc:creator>
  <cp:lastModifiedBy>Sundar, Arya</cp:lastModifiedBy>
  <cp:revision>2</cp:revision>
  <cp:lastPrinted>2019-03-11T18:52:55Z</cp:lastPrinted>
  <dcterms:created xsi:type="dcterms:W3CDTF">2026-05-06T07:30:01Z</dcterms:created>
  <dcterms:modified xsi:type="dcterms:W3CDTF">2026-08-28T14:52:59Z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bDocumentId">
    <vt:lpwstr>2ddbabad-5eab-4ff9-97d6-4558bb73d2a3</vt:lpwstr>
  </property>
  <property fmtid="{D5CDD505-2E9C-101B-9397-08002B2CF9AE}" pid="3" name="MSIP_Label_31f81cae-2cc7-434f-b11d-39789e497bf2_Enabled">
    <vt:lpwstr>true</vt:lpwstr>
  </property>
  <property fmtid="{D5CDD505-2E9C-101B-9397-08002B2CF9AE}" pid="4" name="MSIP_Label_31f81cae-2cc7-434f-b11d-39789e497bf2_SetDate">
    <vt:lpwstr>2025-01-15T03:05:44Z</vt:lpwstr>
  </property>
  <property fmtid="{D5CDD505-2E9C-101B-9397-08002B2CF9AE}" pid="5" name="MSIP_Label_31f81cae-2cc7-434f-b11d-39789e497bf2_Method">
    <vt:lpwstr>Standard</vt:lpwstr>
  </property>
  <property fmtid="{D5CDD505-2E9C-101B-9397-08002B2CF9AE}" pid="6" name="MSIP_Label_31f81cae-2cc7-434f-b11d-39789e497bf2_Name">
    <vt:lpwstr>Confidential</vt:lpwstr>
  </property>
  <property fmtid="{D5CDD505-2E9C-101B-9397-08002B2CF9AE}" pid="7" name="MSIP_Label_31f81cae-2cc7-434f-b11d-39789e497bf2_SiteId">
    <vt:lpwstr>dd5e230f-c165-49c4-957f-e203458fffab</vt:lpwstr>
  </property>
  <property fmtid="{D5CDD505-2E9C-101B-9397-08002B2CF9AE}" pid="8" name="MSIP_Label_31f81cae-2cc7-434f-b11d-39789e497bf2_ActionId">
    <vt:lpwstr>2453189b-da05-4c0b-bbab-03ccc436636c</vt:lpwstr>
  </property>
  <property fmtid="{D5CDD505-2E9C-101B-9397-08002B2CF9AE}" pid="9" name="MSIP_Label_31f81cae-2cc7-434f-b11d-39789e497bf2_ContentBits">
    <vt:lpwstr>0</vt:lpwstr>
  </property>
  <property fmtid="{D5CDD505-2E9C-101B-9397-08002B2CF9AE}" pid="10" name="MediaServiceImageTags">
    <vt:lpwstr/>
  </property>
  <property fmtid="{D5CDD505-2E9C-101B-9397-08002B2CF9AE}" pid="11" name="ContentTypeId">
    <vt:lpwstr>0x010100889E407546BF634EA0C323468B0E86FC</vt:lpwstr>
  </property>
</Properties>
</file>